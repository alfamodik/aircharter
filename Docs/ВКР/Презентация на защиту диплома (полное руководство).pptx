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1082" r:id="rId4"/>
    <p:sldId id="258" r:id="rId5"/>
    <p:sldId id="280" r:id="rId6"/>
    <p:sldId id="282" r:id="rId7"/>
    <p:sldId id="283" r:id="rId8"/>
    <p:sldId id="284" r:id="rId9"/>
    <p:sldId id="287" r:id="rId10"/>
    <p:sldId id="1059" r:id="rId11"/>
    <p:sldId id="286" r:id="rId12"/>
    <p:sldId id="289" r:id="rId13"/>
    <p:sldId id="291" r:id="rId14"/>
    <p:sldId id="1060" r:id="rId15"/>
    <p:sldId id="1062" r:id="rId16"/>
    <p:sldId id="1065" r:id="rId17"/>
    <p:sldId id="1069" r:id="rId18"/>
    <p:sldId id="1067" r:id="rId19"/>
    <p:sldId id="1070" r:id="rId20"/>
    <p:sldId id="1068" r:id="rId21"/>
    <p:sldId id="1064" r:id="rId22"/>
    <p:sldId id="1072" r:id="rId23"/>
    <p:sldId id="1073" r:id="rId24"/>
    <p:sldId id="1075" r:id="rId25"/>
    <p:sldId id="1078" r:id="rId26"/>
    <p:sldId id="1063" r:id="rId27"/>
    <p:sldId id="1080" r:id="rId28"/>
    <p:sldId id="1081" r:id="rId29"/>
    <p:sldId id="1071" r:id="rId30"/>
    <p:sldId id="1074" r:id="rId31"/>
    <p:sldId id="1083" r:id="rId32"/>
    <p:sldId id="292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има Сальников" initials="ДС" lastIdx="1" clrIdx="0">
    <p:extLst>
      <p:ext uri="{19B8F6BF-5375-455C-9EA6-DF929625EA0E}">
        <p15:presenceInfo xmlns:p15="http://schemas.microsoft.com/office/powerpoint/2012/main" userId="9a28beae694dc97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DAFB"/>
    <a:srgbClr val="5DAEFF"/>
    <a:srgbClr val="5B9BD5"/>
    <a:srgbClr val="93E3FF"/>
    <a:srgbClr val="542ED5"/>
    <a:srgbClr val="1C2F4B"/>
    <a:srgbClr val="5530D5"/>
    <a:srgbClr val="917AE5"/>
    <a:srgbClr val="8267E1"/>
    <a:srgbClr val="37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5503" autoAdjust="0"/>
  </p:normalViewPr>
  <p:slideViewPr>
    <p:cSldViewPr snapToGrid="0">
      <p:cViewPr varScale="1">
        <p:scale>
          <a:sx n="87" d="100"/>
          <a:sy n="87" d="100"/>
        </p:scale>
        <p:origin x="499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E9A52-D453-43FE-AD6A-4756C85E3FA8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B467C-78F7-4C3E-88D1-7AF2FA303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2D108-47F5-4EC9-9B7D-E61A2219B11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807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B467C-78F7-4C3E-88D1-7AF2FA3034C4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72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9FFB5-6956-4C7C-B6D9-9D1886F98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FCA6AA-C20E-40C9-BCE1-25B9CC6C1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2AE8CB-0E09-4951-868C-E88903BF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A26A-893A-4197-AF05-41210A67A90F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93DB73-F9E6-4004-813B-22A65B6A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045086-84C5-4566-AB6B-D9454E81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82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64128-B92D-4F36-9DE2-D1D79970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37402B-207F-45CE-AF85-6FCB0D66A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742193-D538-44E7-BA79-89C1B97B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4FBA-61DA-4514-A97A-1D66D30167CB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00CD9-45BA-4BCE-A119-589B9988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65839D-2A2A-414C-B367-E1005EDD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26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DE6D7-63D4-47D1-B00B-B3A5A315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560D4-C023-4387-BB91-89DBAEBAA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9B7358-6509-4B73-9A63-D03A06D8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8ED73-D9F7-42D7-9E30-AC8FA01813A3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8709C-4C0E-414D-A1DD-DC48C3C1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EE73AD-91E0-4E1D-A49E-87FDC717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60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7513D-0EF2-4C07-AD7D-1A72B1295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3B459-AFD8-4BB5-882A-D5BB84B52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FD0141-FC9D-4682-B8A5-064EABE08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FFA716-B156-4326-BE7E-0784845D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5E6C-7BF2-4FED-A667-6E3B04395574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91A67D-E95B-471C-9A8F-914AAE80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489C16-F8A4-442D-A81A-50749064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07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C613D-C8CD-47EB-BEF1-8490249E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613E22-7851-4CD7-8CA4-33F8047FB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1D2F5E-20BA-4160-9918-3F659CE73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C502A65-AFC0-4E87-BA16-6B8A99267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C8AC8D-59D4-4695-9485-F10C406E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8CEE49-A22C-4B09-B8BC-868AD46C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15DD9-7E31-4189-8723-19F3570D9CC2}" type="datetime1">
              <a:rPr lang="ru-RU" smtClean="0"/>
              <a:t>14.06.2026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428B13-ED14-4658-AD30-470A9A02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F1C60B1-318F-46FB-AE34-D30DD80B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25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5CA30-57D2-429B-8C41-F61B8980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198E54-548E-4BB3-AFCC-B5B58F21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8D4B9-5A30-4693-99EC-7D51BFAF9D3B}" type="datetime1">
              <a:rPr lang="ru-RU" smtClean="0"/>
              <a:t>14.06.2026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A2380E-0477-40FF-93E1-D3E3C851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0F5822-40C2-41D3-A0DB-5757EA31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12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EFD9DA-8630-4AC7-B4B9-497BBFE9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717D-A743-4D6F-B8BE-CE6207A6C7BC}" type="datetime1">
              <a:rPr lang="ru-RU" smtClean="0"/>
              <a:t>14.06.2026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5CF7D6-36C3-49ED-B13B-A49E206F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A2C390-E043-4EE0-BDC7-BF2848F2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02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01370-F277-40BD-B003-203CEFE6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06A36-07BF-4EED-8567-5399C5ECD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C6E1B8-0DBE-47DA-BD17-1FFADD2B4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21D004-5291-491B-BF59-2A006927A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6E74-6424-4AA5-B270-7304F08F34F3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13F854-9794-4997-833E-070B39B0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5203F2-948F-4850-B814-08E13095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86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3EF3F-9964-40AC-8680-BD3A2BAC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F913CE-ACB9-4E08-89CD-87B067CC3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CD1C79-9A78-40CB-BCB3-FF5FD1E7E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CA7C4F-34F9-40AB-BFB7-B3F2DD242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8032E-FC12-470A-96FC-9898715BE179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91D7D9-8E7F-4E48-AC8B-08D8BB53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A15FEC-B8BB-4B43-9D78-46C15E77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17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87E61-836B-4E9A-A34B-081F9C44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70C3D3-A650-4302-BE1E-BCC745FC6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D56EB3-394C-4BEA-912E-28CE246B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ADCE-81B8-4162-90AD-263ECE441B2F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72EC9-DECA-4257-BA70-3FE8FE94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FF52C7-68C8-46EF-93CC-A2302EC3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776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39B57C-C502-4BD5-BF4F-B76F9E0BF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24B115-AB86-425C-88CF-5208DE2D3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5006A2-4FBF-4A41-A4CD-E2484D8C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4369-1F87-41F6-A869-3B3C1D955091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A8A6F-8006-4F5A-A84B-52ADF0F3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17F54-9E9B-4955-8E92-45166524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94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6D9672F9-D3F0-49A0-A560-790BBA20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0" y="340562"/>
            <a:ext cx="11409878" cy="7017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63625772-4B94-463A-AF84-929C60827F5D}"/>
              </a:ext>
            </a:extLst>
          </p:cNvPr>
          <p:cNvSpPr txBox="1">
            <a:spLocks/>
          </p:cNvSpPr>
          <p:nvPr userDrawn="1"/>
        </p:nvSpPr>
        <p:spPr>
          <a:xfrm>
            <a:off x="348003" y="6301366"/>
            <a:ext cx="3918857" cy="26314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VTB Group Cond" panose="020B0506050504020204" pitchFamily="34" charset="0"/>
                <a:ea typeface="VTB Group Cond" panose="020B0506050504020204" pitchFamily="34" charset="0"/>
                <a:cs typeface="+mj-cs"/>
              </a:defRPr>
            </a:lvl1pPr>
          </a:lstStyle>
          <a:p>
            <a:pPr algn="l"/>
            <a:r>
              <a:rPr lang="en-US" sz="1200" b="0" dirty="0">
                <a:solidFill>
                  <a:schemeClr val="bg1"/>
                </a:solidFill>
                <a:latin typeface="Oswald Light" pitchFamily="2" charset="-52"/>
                <a:ea typeface="VTB Group Cond Book" panose="020B0506050504020204" pitchFamily="34" charset="0"/>
              </a:rPr>
              <a:t>Digital IT pitch-deck PowerPoint bundle</a:t>
            </a:r>
            <a:endParaRPr lang="ru-RU" sz="1200" b="0" dirty="0">
              <a:solidFill>
                <a:schemeClr val="bg1"/>
              </a:solidFill>
              <a:latin typeface="Oswald Light" pitchFamily="2" charset="-52"/>
              <a:ea typeface="VTB Group Cond Book" panose="020B050605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30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79">
          <p15:clr>
            <a:srgbClr val="FBAE40"/>
          </p15:clr>
        </p15:guide>
        <p15:guide id="4" pos="7401">
          <p15:clr>
            <a:srgbClr val="FBAE40"/>
          </p15:clr>
        </p15:guide>
        <p15:guide id="5" orient="horz" pos="323">
          <p15:clr>
            <a:srgbClr val="FBAE40"/>
          </p15:clr>
        </p15:guide>
        <p15:guide id="6" orient="horz" pos="40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3660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641C4-A847-423C-A273-DFA3F72E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DD833B-B2E8-4D34-B043-727796675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1BDB28-52C6-45FB-B3CD-060AFFDD3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84D2E-B4E2-4068-895D-3F535F3F43C4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238DFB-487C-4F67-A655-59DED0C87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5D0F6F-D775-4584-8DAB-6AC029F8B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68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A5C75-D720-40BC-B3B1-E045B363F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292" y="2197915"/>
            <a:ext cx="10269416" cy="1719743"/>
          </a:xfrm>
        </p:spPr>
        <p:txBody>
          <a:bodyPr anchor="ctr">
            <a:no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РАЗРАБОТКА ВЕБ-ПРИЛОЖЕНИЯ ДЛЯ УПРАВЛЕНИЯ АВИАПАРКОМ И ЗАЯВКАМИ НА ВЫЛЕТ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128"/>
            <a:ext cx="9144000" cy="843379"/>
          </a:xfrm>
        </p:spPr>
        <p:txBody>
          <a:bodyPr>
            <a:normAutofit fontScale="62500" lnSpcReduction="20000"/>
          </a:bodyPr>
          <a:lstStyle/>
          <a:p>
            <a:r>
              <a:rPr lang="ru-RU" dirty="0">
                <a:solidFill>
                  <a:schemeClr val="bg1"/>
                </a:solidFill>
                <a:latin typeface="+mj-lt"/>
              </a:rPr>
              <a:t>Министерство просвещения Республики Башкортостан </a:t>
            </a:r>
          </a:p>
          <a:p>
            <a:r>
              <a:rPr lang="ru-RU" dirty="0">
                <a:solidFill>
                  <a:schemeClr val="bg1"/>
                </a:solidFill>
                <a:latin typeface="+mj-lt"/>
              </a:rPr>
              <a:t>Государственное автономное профессиональное образовательное учреждение  </a:t>
            </a:r>
          </a:p>
          <a:p>
            <a:r>
              <a:rPr lang="ru-RU" dirty="0">
                <a:solidFill>
                  <a:schemeClr val="bg1"/>
                </a:solidFill>
                <a:latin typeface="+mj-lt"/>
              </a:rPr>
              <a:t>Уфимский колледж статистики, информатики и вычислительной техники 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BF00F71-D541-44C6-A509-659F441F3761}"/>
              </a:ext>
            </a:extLst>
          </p:cNvPr>
          <p:cNvSpPr txBox="1">
            <a:spLocks/>
          </p:cNvSpPr>
          <p:nvPr/>
        </p:nvSpPr>
        <p:spPr>
          <a:xfrm>
            <a:off x="8801100" y="5310554"/>
            <a:ext cx="3390900" cy="7882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rgbClr val="FFFFFF"/>
                </a:solidFill>
                <a:latin typeface="+mj-lt"/>
                <a:ea typeface="Times New Roman"/>
                <a:cs typeface="Times New Roman"/>
                <a:sym typeface="Times New Roman"/>
              </a:rPr>
              <a:t>Выпускник гр. 22П-1 </a:t>
            </a:r>
            <a:r>
              <a:rPr lang="ru-RU" sz="1600" dirty="0">
                <a:solidFill>
                  <a:schemeClr val="bg1"/>
                </a:solidFill>
                <a:latin typeface="+mj-lt"/>
              </a:rPr>
              <a:t>Д.А. Сальников  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ru-RU" sz="1600" dirty="0">
                <a:solidFill>
                  <a:srgbClr val="FFFFFF"/>
                </a:solidFill>
                <a:latin typeface="+mj-lt"/>
                <a:ea typeface="Times New Roman"/>
                <a:cs typeface="Times New Roman"/>
                <a:sym typeface="Times New Roman"/>
              </a:rPr>
              <a:t>Руководитель З.Р. Шагибалова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879F7A6B-8100-4AD6-8428-A2014FB56B57}"/>
              </a:ext>
            </a:extLst>
          </p:cNvPr>
          <p:cNvSpPr txBox="1">
            <a:spLocks/>
          </p:cNvSpPr>
          <p:nvPr/>
        </p:nvSpPr>
        <p:spPr>
          <a:xfrm>
            <a:off x="4750964" y="6098796"/>
            <a:ext cx="2690072" cy="33307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FFFFFF"/>
                </a:solidFill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45717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799" y="949584"/>
            <a:ext cx="6540131" cy="588866"/>
          </a:xfrm>
        </p:spPr>
        <p:txBody>
          <a:bodyPr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+mj-lt"/>
              </a:rPr>
              <a:t>Цель и задачи проекта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97A007-3584-4AC4-8DB1-8DF139E9A5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12"/>
          <a:stretch/>
        </p:blipFill>
        <p:spPr>
          <a:xfrm>
            <a:off x="544912" y="510775"/>
            <a:ext cx="4136816" cy="583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10" name="Подзаголовок 13">
            <a:extLst>
              <a:ext uri="{FF2B5EF4-FFF2-40B4-BE49-F238E27FC236}">
                <a16:creationId xmlns:a16="http://schemas.microsoft.com/office/drawing/2014/main" id="{A0D84223-8131-4B5F-8AF8-55B3098375FB}"/>
              </a:ext>
            </a:extLst>
          </p:cNvPr>
          <p:cNvSpPr txBox="1">
            <a:spLocks/>
          </p:cNvSpPr>
          <p:nvPr/>
        </p:nvSpPr>
        <p:spPr>
          <a:xfrm>
            <a:off x="5257800" y="1791904"/>
            <a:ext cx="5658629" cy="8402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Целью проекта является создание веб-приложения для полного цикла управления чартерными рейсами, включая управление авиапарком и заявками на вылет.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Подзаголовок 13">
            <a:extLst>
              <a:ext uri="{FF2B5EF4-FFF2-40B4-BE49-F238E27FC236}">
                <a16:creationId xmlns:a16="http://schemas.microsoft.com/office/drawing/2014/main" id="{DE5299BF-BB48-4FC7-8ADA-D6AE25F1E95E}"/>
              </a:ext>
            </a:extLst>
          </p:cNvPr>
          <p:cNvSpPr txBox="1">
            <a:spLocks/>
          </p:cNvSpPr>
          <p:nvPr/>
        </p:nvSpPr>
        <p:spPr>
          <a:xfrm>
            <a:off x="5257799" y="2801698"/>
            <a:ext cx="5658629" cy="260686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Задачи: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анализ предметной области;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определение основных требований к системе;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проектирование структуры базы данных;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разработка серверной части приложения;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разработка веб-приложения;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подготовка документации.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34831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D3DE5D-DE30-46A9-A449-6BD5936928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3" b="10827"/>
          <a:stretch/>
        </p:blipFill>
        <p:spPr>
          <a:xfrm>
            <a:off x="544912" y="510775"/>
            <a:ext cx="4136816" cy="583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799" y="949584"/>
            <a:ext cx="6540131" cy="588866"/>
          </a:xfrm>
        </p:spPr>
        <p:txBody>
          <a:bodyPr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+mj-lt"/>
              </a:rPr>
              <a:t>Актуальность темы</a:t>
            </a:r>
          </a:p>
        </p:txBody>
      </p:sp>
      <p:sp>
        <p:nvSpPr>
          <p:cNvPr id="10" name="Подзаголовок 13">
            <a:extLst>
              <a:ext uri="{FF2B5EF4-FFF2-40B4-BE49-F238E27FC236}">
                <a16:creationId xmlns:a16="http://schemas.microsoft.com/office/drawing/2014/main" id="{A0D84223-8131-4B5F-8AF8-55B3098375FB}"/>
              </a:ext>
            </a:extLst>
          </p:cNvPr>
          <p:cNvSpPr txBox="1">
            <a:spLocks/>
          </p:cNvSpPr>
          <p:nvPr/>
        </p:nvSpPr>
        <p:spPr>
          <a:xfrm>
            <a:off x="5257800" y="1791904"/>
            <a:ext cx="5658629" cy="208672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Рост авиаперевозок и развитие цифровых сервисов создают потребность в удобных системах для управления чартерными рейсами. Существующие решения являются дорогостоящими, поэтому для малых авиаперевозчиков и сервисов аэротакси актуальна разработка доступного веб-приложения для учёта авиапарка, обработки заявок и управления вылетами.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317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+mj-lt"/>
              </a:rPr>
              <a:t>Диаграмма прецедентов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78953F-4A12-4B75-92C7-07DE4CB90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53" y="1226618"/>
            <a:ext cx="10291894" cy="530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5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799" y="949583"/>
            <a:ext cx="7074018" cy="1139275"/>
          </a:xfrm>
        </p:spPr>
        <p:txBody>
          <a:bodyPr>
            <a:noAutofit/>
          </a:bodyPr>
          <a:lstStyle/>
          <a:p>
            <a:pPr algn="l"/>
            <a:r>
              <a:rPr lang="ru-RU" sz="3600" b="1" dirty="0">
                <a:solidFill>
                  <a:schemeClr val="bg1"/>
                </a:solidFill>
                <a:latin typeface="+mj-lt"/>
              </a:rPr>
              <a:t>Описание входных данных и выходных документов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97A007-3584-4AC4-8DB1-8DF139E9A5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" t="218" r="243" b="20395"/>
          <a:stretch/>
        </p:blipFill>
        <p:spPr>
          <a:xfrm>
            <a:off x="544912" y="510775"/>
            <a:ext cx="4136816" cy="583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10" name="Подзаголовок 13">
            <a:extLst>
              <a:ext uri="{FF2B5EF4-FFF2-40B4-BE49-F238E27FC236}">
                <a16:creationId xmlns:a16="http://schemas.microsoft.com/office/drawing/2014/main" id="{A0D84223-8131-4B5F-8AF8-55B3098375FB}"/>
              </a:ext>
            </a:extLst>
          </p:cNvPr>
          <p:cNvSpPr txBox="1">
            <a:spLocks/>
          </p:cNvSpPr>
          <p:nvPr/>
        </p:nvSpPr>
        <p:spPr>
          <a:xfrm>
            <a:off x="5257799" y="2286854"/>
            <a:ext cx="5658629" cy="196566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Входными данными являются данные о физических лицах, пользователях, авиакомпаниях, самолётах и вылетах.</a:t>
            </a:r>
          </a:p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Выходными документами являются договор оказания услуг, информирующее сообщение о регистрации рабочего аккаунта и сообщение с кодом подтверждения почты.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0376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26109"/>
            <a:ext cx="12192000" cy="688959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+mj-lt"/>
              </a:rPr>
              <a:t>Шаблон договора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C3C628-248E-4F01-83D5-226052303C5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513" y="954508"/>
            <a:ext cx="4082595" cy="5779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E2F8EE-D926-47A0-8BB4-283DA167CB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893" y="954509"/>
            <a:ext cx="4081278" cy="5779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192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26109"/>
            <a:ext cx="12192000" cy="688959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+mj-lt"/>
              </a:rPr>
              <a:t>Шаблон договора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380383-3EE8-4215-ADB3-DF92C3E9B21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830" y="954508"/>
            <a:ext cx="4081280" cy="57791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DCF587-D28E-488C-9197-97C09C09667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890" y="956317"/>
            <a:ext cx="4081279" cy="5777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610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26109"/>
            <a:ext cx="12192000" cy="688959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+mj-lt"/>
              </a:rPr>
              <a:t>Сообщения на почту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E17F54-15F8-421D-A741-63A947BF39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47419" y="1115872"/>
            <a:ext cx="6297161" cy="31665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528618-A9B4-4E36-A0F5-8205F7D8C8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41364" y="4504888"/>
            <a:ext cx="6297161" cy="1760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398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+mj-lt"/>
              </a:rPr>
              <a:t>Схема отношений базы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68B833-179F-48ED-932B-8170316A3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413" y="1162822"/>
            <a:ext cx="10807175" cy="54207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666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Oval 2">
            <a:extLst>
              <a:ext uri="{FF2B5EF4-FFF2-40B4-BE49-F238E27FC236}">
                <a16:creationId xmlns:a16="http://schemas.microsoft.com/office/drawing/2014/main" id="{D0BDE774-84AE-48B8-94BB-C38CAA26B1F5}"/>
              </a:ext>
            </a:extLst>
          </p:cNvPr>
          <p:cNvSpPr/>
          <p:nvPr/>
        </p:nvSpPr>
        <p:spPr>
          <a:xfrm>
            <a:off x="3962162" y="1677922"/>
            <a:ext cx="4150706" cy="4150704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glow>
              <a:schemeClr val="bg1"/>
            </a:glow>
            <a:outerShdw blurRad="1270000" sx="102000" sy="102000" algn="ctr" rotWithShape="0">
              <a:srgbClr val="367CFF">
                <a:alpha val="13000"/>
              </a:srgbClr>
            </a:outerShdw>
            <a:softEdge rad="0"/>
          </a:effectLst>
        </p:spPr>
        <p:txBody>
          <a:bodyPr rtlCol="0" anchor="ctr"/>
          <a:lstStyle/>
          <a:p>
            <a:pPr algn="ctr" defTabSz="914400"/>
            <a:endParaRPr lang="ru-RU" sz="450" kern="0" dirty="0">
              <a:solidFill>
                <a:srgbClr val="FFFFFF"/>
              </a:solidFill>
              <a:latin typeface="Oswald Light" pitchFamily="2" charset="-52"/>
            </a:endParaRPr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2F2725C2-ECCB-2AAE-9CEC-537C46ED3287}"/>
              </a:ext>
            </a:extLst>
          </p:cNvPr>
          <p:cNvSpPr/>
          <p:nvPr/>
        </p:nvSpPr>
        <p:spPr>
          <a:xfrm>
            <a:off x="4214834" y="1926077"/>
            <a:ext cx="3645362" cy="3645360"/>
          </a:xfrm>
          <a:prstGeom prst="ellipse">
            <a:avLst/>
          </a:prstGeom>
          <a:solidFill>
            <a:srgbClr val="61DAFB"/>
          </a:solidFill>
          <a:ln w="12700" cap="flat" cmpd="sng" algn="ctr">
            <a:noFill/>
            <a:prstDash val="solid"/>
            <a:miter lim="800000"/>
          </a:ln>
          <a:effectLst>
            <a:outerShdw blurRad="1079500" sx="113000" sy="113000" algn="ctr" rotWithShape="0">
              <a:schemeClr val="accent2">
                <a:lumMod val="5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ru-RU" sz="3000" dirty="0">
              <a:solidFill>
                <a:schemeClr val="tx2"/>
              </a:solidFill>
              <a:cs typeface="Poppins SemiBold" panose="00000700000000000000" pitchFamily="2" charset="0"/>
            </a:endParaRPr>
          </a:p>
        </p:txBody>
      </p:sp>
      <p:sp>
        <p:nvSpPr>
          <p:cNvPr id="125" name="Freeform 13">
            <a:extLst>
              <a:ext uri="{FF2B5EF4-FFF2-40B4-BE49-F238E27FC236}">
                <a16:creationId xmlns:a16="http://schemas.microsoft.com/office/drawing/2014/main" id="{F16CEC30-F3D7-473C-964C-060A1379F542}"/>
              </a:ext>
            </a:extLst>
          </p:cNvPr>
          <p:cNvSpPr>
            <a:spLocks noEditPoints="1"/>
          </p:cNvSpPr>
          <p:nvPr/>
        </p:nvSpPr>
        <p:spPr bwMode="auto">
          <a:xfrm>
            <a:off x="4054694" y="1762101"/>
            <a:ext cx="3951170" cy="3956440"/>
          </a:xfrm>
          <a:custGeom>
            <a:avLst/>
            <a:gdLst>
              <a:gd name="T0" fmla="*/ 733 w 1499"/>
              <a:gd name="T1" fmla="*/ 1483 h 1500"/>
              <a:gd name="T2" fmla="*/ 638 w 1499"/>
              <a:gd name="T3" fmla="*/ 1492 h 1500"/>
              <a:gd name="T4" fmla="*/ 639 w 1499"/>
              <a:gd name="T5" fmla="*/ 1475 h 1500"/>
              <a:gd name="T6" fmla="*/ 592 w 1499"/>
              <a:gd name="T7" fmla="*/ 1483 h 1500"/>
              <a:gd name="T8" fmla="*/ 601 w 1499"/>
              <a:gd name="T9" fmla="*/ 1470 h 1500"/>
              <a:gd name="T10" fmla="*/ 949 w 1499"/>
              <a:gd name="T11" fmla="*/ 1456 h 1500"/>
              <a:gd name="T12" fmla="*/ 952 w 1499"/>
              <a:gd name="T13" fmla="*/ 1472 h 1500"/>
              <a:gd name="T14" fmla="*/ 300 w 1499"/>
              <a:gd name="T15" fmla="*/ 1340 h 1500"/>
              <a:gd name="T16" fmla="*/ 1037 w 1499"/>
              <a:gd name="T17" fmla="*/ 1442 h 1500"/>
              <a:gd name="T18" fmla="*/ 1078 w 1499"/>
              <a:gd name="T19" fmla="*/ 1423 h 1500"/>
              <a:gd name="T20" fmla="*/ 1271 w 1499"/>
              <a:gd name="T21" fmla="*/ 1286 h 1500"/>
              <a:gd name="T22" fmla="*/ 272 w 1499"/>
              <a:gd name="T23" fmla="*/ 1325 h 1500"/>
              <a:gd name="T24" fmla="*/ 272 w 1499"/>
              <a:gd name="T25" fmla="*/ 1325 h 1500"/>
              <a:gd name="T26" fmla="*/ 201 w 1499"/>
              <a:gd name="T27" fmla="*/ 1248 h 1500"/>
              <a:gd name="T28" fmla="*/ 238 w 1499"/>
              <a:gd name="T29" fmla="*/ 1295 h 1500"/>
              <a:gd name="T30" fmla="*/ 1330 w 1499"/>
              <a:gd name="T31" fmla="*/ 1212 h 1500"/>
              <a:gd name="T32" fmla="*/ 170 w 1499"/>
              <a:gd name="T33" fmla="*/ 1226 h 1500"/>
              <a:gd name="T34" fmla="*/ 71 w 1499"/>
              <a:gd name="T35" fmla="*/ 1027 h 1500"/>
              <a:gd name="T36" fmla="*/ 1345 w 1499"/>
              <a:gd name="T37" fmla="*/ 1178 h 1500"/>
              <a:gd name="T38" fmla="*/ 1377 w 1499"/>
              <a:gd name="T39" fmla="*/ 1154 h 1500"/>
              <a:gd name="T40" fmla="*/ 1475 w 1499"/>
              <a:gd name="T41" fmla="*/ 941 h 1500"/>
              <a:gd name="T42" fmla="*/ 38 w 1499"/>
              <a:gd name="T43" fmla="*/ 980 h 1500"/>
              <a:gd name="T44" fmla="*/ 46 w 1499"/>
              <a:gd name="T45" fmla="*/ 993 h 1500"/>
              <a:gd name="T46" fmla="*/ 31 w 1499"/>
              <a:gd name="T47" fmla="*/ 895 h 1500"/>
              <a:gd name="T48" fmla="*/ 1470 w 1499"/>
              <a:gd name="T49" fmla="*/ 900 h 1500"/>
              <a:gd name="T50" fmla="*/ 1486 w 1499"/>
              <a:gd name="T51" fmla="*/ 897 h 1500"/>
              <a:gd name="T52" fmla="*/ 10 w 1499"/>
              <a:gd name="T53" fmla="*/ 625 h 1500"/>
              <a:gd name="T54" fmla="*/ 15 w 1499"/>
              <a:gd name="T55" fmla="*/ 861 h 1500"/>
              <a:gd name="T56" fmla="*/ 1498 w 1499"/>
              <a:gd name="T57" fmla="*/ 806 h 1500"/>
              <a:gd name="T58" fmla="*/ 1486 w 1499"/>
              <a:gd name="T59" fmla="*/ 663 h 1500"/>
              <a:gd name="T60" fmla="*/ 1473 w 1499"/>
              <a:gd name="T61" fmla="*/ 628 h 1500"/>
              <a:gd name="T62" fmla="*/ 1481 w 1499"/>
              <a:gd name="T63" fmla="*/ 635 h 1500"/>
              <a:gd name="T64" fmla="*/ 29 w 1499"/>
              <a:gd name="T65" fmla="*/ 574 h 1500"/>
              <a:gd name="T66" fmla="*/ 1381 w 1499"/>
              <a:gd name="T67" fmla="*/ 377 h 1500"/>
              <a:gd name="T68" fmla="*/ 1474 w 1499"/>
              <a:gd name="T69" fmla="*/ 590 h 1500"/>
              <a:gd name="T70" fmla="*/ 45 w 1499"/>
              <a:gd name="T71" fmla="*/ 493 h 1500"/>
              <a:gd name="T72" fmla="*/ 66 w 1499"/>
              <a:gd name="T73" fmla="*/ 461 h 1500"/>
              <a:gd name="T74" fmla="*/ 197 w 1499"/>
              <a:gd name="T75" fmla="*/ 269 h 1500"/>
              <a:gd name="T76" fmla="*/ 1331 w 1499"/>
              <a:gd name="T77" fmla="*/ 303 h 1500"/>
              <a:gd name="T78" fmla="*/ 1369 w 1499"/>
              <a:gd name="T79" fmla="*/ 341 h 1500"/>
              <a:gd name="T80" fmla="*/ 1315 w 1499"/>
              <a:gd name="T81" fmla="*/ 257 h 1500"/>
              <a:gd name="T82" fmla="*/ 215 w 1499"/>
              <a:gd name="T83" fmla="*/ 224 h 1500"/>
              <a:gd name="T84" fmla="*/ 1250 w 1499"/>
              <a:gd name="T85" fmla="*/ 214 h 1500"/>
              <a:gd name="T86" fmla="*/ 1284 w 1499"/>
              <a:gd name="T87" fmla="*/ 224 h 1500"/>
              <a:gd name="T88" fmla="*/ 248 w 1499"/>
              <a:gd name="T89" fmla="*/ 192 h 1500"/>
              <a:gd name="T90" fmla="*/ 325 w 1499"/>
              <a:gd name="T91" fmla="*/ 151 h 1500"/>
              <a:gd name="T92" fmla="*/ 524 w 1499"/>
              <a:gd name="T93" fmla="*/ 34 h 1500"/>
              <a:gd name="T94" fmla="*/ 325 w 1499"/>
              <a:gd name="T95" fmla="*/ 151 h 1500"/>
              <a:gd name="T96" fmla="*/ 1060 w 1499"/>
              <a:gd name="T97" fmla="*/ 67 h 1500"/>
              <a:gd name="T98" fmla="*/ 964 w 1499"/>
              <a:gd name="T99" fmla="*/ 40 h 1500"/>
              <a:gd name="T100" fmla="*/ 562 w 1499"/>
              <a:gd name="T101" fmla="*/ 32 h 1500"/>
              <a:gd name="T102" fmla="*/ 572 w 1499"/>
              <a:gd name="T103" fmla="*/ 39 h 1500"/>
              <a:gd name="T104" fmla="*/ 705 w 1499"/>
              <a:gd name="T105" fmla="*/ 18 h 1500"/>
              <a:gd name="T106" fmla="*/ 936 w 1499"/>
              <a:gd name="T107" fmla="*/ 26 h 1500"/>
              <a:gd name="T108" fmla="*/ 658 w 1499"/>
              <a:gd name="T109" fmla="*/ 6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99" h="1500">
                <a:moveTo>
                  <a:pt x="750" y="1500"/>
                </a:moveTo>
                <a:cubicBezTo>
                  <a:pt x="744" y="1500"/>
                  <a:pt x="738" y="1500"/>
                  <a:pt x="733" y="1500"/>
                </a:cubicBezTo>
                <a:cubicBezTo>
                  <a:pt x="716" y="1499"/>
                  <a:pt x="699" y="1498"/>
                  <a:pt x="682" y="1497"/>
                </a:cubicBezTo>
                <a:cubicBezTo>
                  <a:pt x="677" y="1497"/>
                  <a:pt x="674" y="1492"/>
                  <a:pt x="674" y="1488"/>
                </a:cubicBezTo>
                <a:cubicBezTo>
                  <a:pt x="675" y="1483"/>
                  <a:pt x="679" y="1480"/>
                  <a:pt x="684" y="1480"/>
                </a:cubicBezTo>
                <a:cubicBezTo>
                  <a:pt x="700" y="1482"/>
                  <a:pt x="717" y="1482"/>
                  <a:pt x="733" y="1483"/>
                </a:cubicBezTo>
                <a:cubicBezTo>
                  <a:pt x="739" y="1483"/>
                  <a:pt x="744" y="1483"/>
                  <a:pt x="750" y="1483"/>
                </a:cubicBezTo>
                <a:cubicBezTo>
                  <a:pt x="803" y="1483"/>
                  <a:pt x="855" y="1477"/>
                  <a:pt x="906" y="1466"/>
                </a:cubicBezTo>
                <a:cubicBezTo>
                  <a:pt x="911" y="1465"/>
                  <a:pt x="915" y="1468"/>
                  <a:pt x="916" y="1473"/>
                </a:cubicBezTo>
                <a:cubicBezTo>
                  <a:pt x="917" y="1477"/>
                  <a:pt x="914" y="1482"/>
                  <a:pt x="910" y="1483"/>
                </a:cubicBezTo>
                <a:cubicBezTo>
                  <a:pt x="857" y="1494"/>
                  <a:pt x="804" y="1500"/>
                  <a:pt x="750" y="1500"/>
                </a:cubicBezTo>
                <a:close/>
                <a:moveTo>
                  <a:pt x="638" y="1492"/>
                </a:moveTo>
                <a:cubicBezTo>
                  <a:pt x="638" y="1492"/>
                  <a:pt x="637" y="1492"/>
                  <a:pt x="637" y="1492"/>
                </a:cubicBezTo>
                <a:cubicBezTo>
                  <a:pt x="637" y="1491"/>
                  <a:pt x="637" y="1491"/>
                  <a:pt x="637" y="1491"/>
                </a:cubicBezTo>
                <a:cubicBezTo>
                  <a:pt x="634" y="1491"/>
                  <a:pt x="632" y="1490"/>
                  <a:pt x="631" y="1488"/>
                </a:cubicBezTo>
                <a:cubicBezTo>
                  <a:pt x="630" y="1486"/>
                  <a:pt x="629" y="1484"/>
                  <a:pt x="630" y="1482"/>
                </a:cubicBezTo>
                <a:cubicBezTo>
                  <a:pt x="630" y="1477"/>
                  <a:pt x="634" y="1474"/>
                  <a:pt x="639" y="1475"/>
                </a:cubicBezTo>
                <a:cubicBezTo>
                  <a:pt x="639" y="1475"/>
                  <a:pt x="639" y="1475"/>
                  <a:pt x="639" y="1475"/>
                </a:cubicBezTo>
                <a:cubicBezTo>
                  <a:pt x="639" y="1475"/>
                  <a:pt x="639" y="1475"/>
                  <a:pt x="639" y="1475"/>
                </a:cubicBezTo>
                <a:cubicBezTo>
                  <a:pt x="641" y="1475"/>
                  <a:pt x="643" y="1476"/>
                  <a:pt x="645" y="1478"/>
                </a:cubicBezTo>
                <a:cubicBezTo>
                  <a:pt x="646" y="1480"/>
                  <a:pt x="647" y="1482"/>
                  <a:pt x="646" y="1484"/>
                </a:cubicBezTo>
                <a:cubicBezTo>
                  <a:pt x="646" y="1489"/>
                  <a:pt x="642" y="1492"/>
                  <a:pt x="638" y="1492"/>
                </a:cubicBezTo>
                <a:close/>
                <a:moveTo>
                  <a:pt x="593" y="1484"/>
                </a:moveTo>
                <a:cubicBezTo>
                  <a:pt x="593" y="1484"/>
                  <a:pt x="592" y="1483"/>
                  <a:pt x="592" y="1483"/>
                </a:cubicBezTo>
                <a:cubicBezTo>
                  <a:pt x="577" y="1480"/>
                  <a:pt x="562" y="1476"/>
                  <a:pt x="547" y="1472"/>
                </a:cubicBezTo>
                <a:cubicBezTo>
                  <a:pt x="545" y="1472"/>
                  <a:pt x="543" y="1470"/>
                  <a:pt x="542" y="1468"/>
                </a:cubicBezTo>
                <a:cubicBezTo>
                  <a:pt x="541" y="1466"/>
                  <a:pt x="541" y="1464"/>
                  <a:pt x="541" y="1462"/>
                </a:cubicBezTo>
                <a:cubicBezTo>
                  <a:pt x="543" y="1458"/>
                  <a:pt x="547" y="1455"/>
                  <a:pt x="552" y="1456"/>
                </a:cubicBezTo>
                <a:cubicBezTo>
                  <a:pt x="566" y="1460"/>
                  <a:pt x="581" y="1464"/>
                  <a:pt x="595" y="1467"/>
                </a:cubicBezTo>
                <a:cubicBezTo>
                  <a:pt x="597" y="1467"/>
                  <a:pt x="599" y="1469"/>
                  <a:pt x="601" y="1470"/>
                </a:cubicBezTo>
                <a:cubicBezTo>
                  <a:pt x="602" y="1472"/>
                  <a:pt x="602" y="1475"/>
                  <a:pt x="602" y="1477"/>
                </a:cubicBezTo>
                <a:cubicBezTo>
                  <a:pt x="601" y="1481"/>
                  <a:pt x="597" y="1484"/>
                  <a:pt x="593" y="1484"/>
                </a:cubicBezTo>
                <a:close/>
                <a:moveTo>
                  <a:pt x="952" y="1472"/>
                </a:moveTo>
                <a:cubicBezTo>
                  <a:pt x="948" y="1472"/>
                  <a:pt x="945" y="1470"/>
                  <a:pt x="944" y="1466"/>
                </a:cubicBezTo>
                <a:cubicBezTo>
                  <a:pt x="943" y="1464"/>
                  <a:pt x="943" y="1462"/>
                  <a:pt x="944" y="1460"/>
                </a:cubicBezTo>
                <a:cubicBezTo>
                  <a:pt x="946" y="1458"/>
                  <a:pt x="947" y="1456"/>
                  <a:pt x="949" y="1456"/>
                </a:cubicBezTo>
                <a:cubicBezTo>
                  <a:pt x="964" y="1452"/>
                  <a:pt x="978" y="1447"/>
                  <a:pt x="992" y="1442"/>
                </a:cubicBezTo>
                <a:cubicBezTo>
                  <a:pt x="996" y="1441"/>
                  <a:pt x="1001" y="1443"/>
                  <a:pt x="1003" y="1447"/>
                </a:cubicBezTo>
                <a:cubicBezTo>
                  <a:pt x="1005" y="1452"/>
                  <a:pt x="1002" y="1457"/>
                  <a:pt x="998" y="1458"/>
                </a:cubicBezTo>
                <a:cubicBezTo>
                  <a:pt x="983" y="1463"/>
                  <a:pt x="969" y="1468"/>
                  <a:pt x="954" y="1472"/>
                </a:cubicBezTo>
                <a:cubicBezTo>
                  <a:pt x="954" y="1472"/>
                  <a:pt x="954" y="1472"/>
                  <a:pt x="954" y="1472"/>
                </a:cubicBezTo>
                <a:cubicBezTo>
                  <a:pt x="953" y="1472"/>
                  <a:pt x="953" y="1472"/>
                  <a:pt x="952" y="1472"/>
                </a:cubicBezTo>
                <a:close/>
                <a:moveTo>
                  <a:pt x="506" y="1459"/>
                </a:moveTo>
                <a:cubicBezTo>
                  <a:pt x="505" y="1459"/>
                  <a:pt x="504" y="1459"/>
                  <a:pt x="504" y="1459"/>
                </a:cubicBezTo>
                <a:cubicBezTo>
                  <a:pt x="486" y="1453"/>
                  <a:pt x="468" y="1446"/>
                  <a:pt x="451" y="1438"/>
                </a:cubicBezTo>
                <a:cubicBezTo>
                  <a:pt x="399" y="1415"/>
                  <a:pt x="348" y="1386"/>
                  <a:pt x="302" y="1352"/>
                </a:cubicBezTo>
                <a:cubicBezTo>
                  <a:pt x="302" y="1352"/>
                  <a:pt x="302" y="1352"/>
                  <a:pt x="302" y="1352"/>
                </a:cubicBezTo>
                <a:cubicBezTo>
                  <a:pt x="298" y="1349"/>
                  <a:pt x="298" y="1344"/>
                  <a:pt x="300" y="1340"/>
                </a:cubicBezTo>
                <a:cubicBezTo>
                  <a:pt x="303" y="1336"/>
                  <a:pt x="309" y="1336"/>
                  <a:pt x="312" y="1338"/>
                </a:cubicBezTo>
                <a:cubicBezTo>
                  <a:pt x="358" y="1372"/>
                  <a:pt x="406" y="1400"/>
                  <a:pt x="458" y="1423"/>
                </a:cubicBezTo>
                <a:cubicBezTo>
                  <a:pt x="475" y="1430"/>
                  <a:pt x="492" y="1437"/>
                  <a:pt x="509" y="1443"/>
                </a:cubicBezTo>
                <a:cubicBezTo>
                  <a:pt x="514" y="1444"/>
                  <a:pt x="516" y="1449"/>
                  <a:pt x="514" y="1453"/>
                </a:cubicBezTo>
                <a:cubicBezTo>
                  <a:pt x="513" y="1457"/>
                  <a:pt x="510" y="1459"/>
                  <a:pt x="506" y="1459"/>
                </a:cubicBezTo>
                <a:close/>
                <a:moveTo>
                  <a:pt x="1037" y="1442"/>
                </a:moveTo>
                <a:cubicBezTo>
                  <a:pt x="1034" y="1442"/>
                  <a:pt x="1031" y="1440"/>
                  <a:pt x="1029" y="1437"/>
                </a:cubicBezTo>
                <a:cubicBezTo>
                  <a:pt x="1028" y="1433"/>
                  <a:pt x="1030" y="1428"/>
                  <a:pt x="1034" y="1426"/>
                </a:cubicBezTo>
                <a:cubicBezTo>
                  <a:pt x="1038" y="1424"/>
                  <a:pt x="1043" y="1426"/>
                  <a:pt x="1045" y="1431"/>
                </a:cubicBezTo>
                <a:cubicBezTo>
                  <a:pt x="1047" y="1435"/>
                  <a:pt x="1045" y="1440"/>
                  <a:pt x="1040" y="1442"/>
                </a:cubicBezTo>
                <a:cubicBezTo>
                  <a:pt x="1039" y="1442"/>
                  <a:pt x="1038" y="1442"/>
                  <a:pt x="1037" y="1442"/>
                </a:cubicBezTo>
                <a:close/>
                <a:moveTo>
                  <a:pt x="1078" y="1423"/>
                </a:moveTo>
                <a:cubicBezTo>
                  <a:pt x="1075" y="1423"/>
                  <a:pt x="1072" y="1422"/>
                  <a:pt x="1071" y="1419"/>
                </a:cubicBezTo>
                <a:cubicBezTo>
                  <a:pt x="1069" y="1415"/>
                  <a:pt x="1070" y="1409"/>
                  <a:pt x="1075" y="1407"/>
                </a:cubicBezTo>
                <a:cubicBezTo>
                  <a:pt x="1139" y="1376"/>
                  <a:pt x="1198" y="1335"/>
                  <a:pt x="1250" y="1286"/>
                </a:cubicBezTo>
                <a:cubicBezTo>
                  <a:pt x="1253" y="1283"/>
                  <a:pt x="1255" y="1281"/>
                  <a:pt x="1257" y="1279"/>
                </a:cubicBezTo>
                <a:cubicBezTo>
                  <a:pt x="1260" y="1276"/>
                  <a:pt x="1266" y="1276"/>
                  <a:pt x="1269" y="1280"/>
                </a:cubicBezTo>
                <a:cubicBezTo>
                  <a:pt x="1270" y="1281"/>
                  <a:pt x="1271" y="1283"/>
                  <a:pt x="1271" y="1286"/>
                </a:cubicBezTo>
                <a:cubicBezTo>
                  <a:pt x="1271" y="1288"/>
                  <a:pt x="1270" y="1290"/>
                  <a:pt x="1269" y="1292"/>
                </a:cubicBezTo>
                <a:cubicBezTo>
                  <a:pt x="1267" y="1294"/>
                  <a:pt x="1264" y="1296"/>
                  <a:pt x="1262" y="1298"/>
                </a:cubicBezTo>
                <a:cubicBezTo>
                  <a:pt x="1208" y="1348"/>
                  <a:pt x="1148" y="1390"/>
                  <a:pt x="1082" y="1423"/>
                </a:cubicBezTo>
                <a:cubicBezTo>
                  <a:pt x="1082" y="1423"/>
                  <a:pt x="1082" y="1423"/>
                  <a:pt x="1082" y="1423"/>
                </a:cubicBezTo>
                <a:cubicBezTo>
                  <a:pt x="1081" y="1423"/>
                  <a:pt x="1080" y="1423"/>
                  <a:pt x="1078" y="1423"/>
                </a:cubicBezTo>
                <a:close/>
                <a:moveTo>
                  <a:pt x="272" y="1325"/>
                </a:moveTo>
                <a:cubicBezTo>
                  <a:pt x="270" y="1325"/>
                  <a:pt x="268" y="1325"/>
                  <a:pt x="266" y="1323"/>
                </a:cubicBezTo>
                <a:cubicBezTo>
                  <a:pt x="265" y="1322"/>
                  <a:pt x="264" y="1320"/>
                  <a:pt x="263" y="1318"/>
                </a:cubicBezTo>
                <a:cubicBezTo>
                  <a:pt x="263" y="1315"/>
                  <a:pt x="264" y="1313"/>
                  <a:pt x="265" y="1312"/>
                </a:cubicBezTo>
                <a:cubicBezTo>
                  <a:pt x="268" y="1308"/>
                  <a:pt x="274" y="1308"/>
                  <a:pt x="277" y="1310"/>
                </a:cubicBezTo>
                <a:cubicBezTo>
                  <a:pt x="281" y="1314"/>
                  <a:pt x="281" y="1319"/>
                  <a:pt x="278" y="1322"/>
                </a:cubicBezTo>
                <a:cubicBezTo>
                  <a:pt x="277" y="1324"/>
                  <a:pt x="274" y="1325"/>
                  <a:pt x="272" y="1325"/>
                </a:cubicBezTo>
                <a:close/>
                <a:moveTo>
                  <a:pt x="238" y="1295"/>
                </a:moveTo>
                <a:cubicBezTo>
                  <a:pt x="236" y="1295"/>
                  <a:pt x="234" y="1294"/>
                  <a:pt x="232" y="1293"/>
                </a:cubicBezTo>
                <a:cubicBezTo>
                  <a:pt x="226" y="1287"/>
                  <a:pt x="219" y="1280"/>
                  <a:pt x="213" y="1274"/>
                </a:cubicBezTo>
                <a:cubicBezTo>
                  <a:pt x="209" y="1270"/>
                  <a:pt x="205" y="1265"/>
                  <a:pt x="200" y="1260"/>
                </a:cubicBezTo>
                <a:cubicBezTo>
                  <a:pt x="200" y="1260"/>
                  <a:pt x="200" y="1260"/>
                  <a:pt x="200" y="1260"/>
                </a:cubicBezTo>
                <a:cubicBezTo>
                  <a:pt x="197" y="1257"/>
                  <a:pt x="197" y="1251"/>
                  <a:pt x="201" y="1248"/>
                </a:cubicBezTo>
                <a:cubicBezTo>
                  <a:pt x="204" y="1245"/>
                  <a:pt x="209" y="1245"/>
                  <a:pt x="213" y="1249"/>
                </a:cubicBezTo>
                <a:cubicBezTo>
                  <a:pt x="217" y="1254"/>
                  <a:pt x="221" y="1258"/>
                  <a:pt x="226" y="1262"/>
                </a:cubicBezTo>
                <a:cubicBezTo>
                  <a:pt x="232" y="1269"/>
                  <a:pt x="238" y="1275"/>
                  <a:pt x="244" y="1281"/>
                </a:cubicBezTo>
                <a:cubicBezTo>
                  <a:pt x="246" y="1282"/>
                  <a:pt x="247" y="1284"/>
                  <a:pt x="247" y="1287"/>
                </a:cubicBezTo>
                <a:cubicBezTo>
                  <a:pt x="247" y="1289"/>
                  <a:pt x="246" y="1291"/>
                  <a:pt x="244" y="1293"/>
                </a:cubicBezTo>
                <a:cubicBezTo>
                  <a:pt x="243" y="1294"/>
                  <a:pt x="240" y="1295"/>
                  <a:pt x="238" y="1295"/>
                </a:cubicBezTo>
                <a:close/>
                <a:moveTo>
                  <a:pt x="1294" y="1262"/>
                </a:moveTo>
                <a:cubicBezTo>
                  <a:pt x="1292" y="1262"/>
                  <a:pt x="1290" y="1261"/>
                  <a:pt x="1289" y="1259"/>
                </a:cubicBezTo>
                <a:cubicBezTo>
                  <a:pt x="1287" y="1258"/>
                  <a:pt x="1286" y="1256"/>
                  <a:pt x="1286" y="1253"/>
                </a:cubicBezTo>
                <a:cubicBezTo>
                  <a:pt x="1286" y="1251"/>
                  <a:pt x="1287" y="1249"/>
                  <a:pt x="1288" y="1247"/>
                </a:cubicBezTo>
                <a:cubicBezTo>
                  <a:pt x="1298" y="1237"/>
                  <a:pt x="1308" y="1225"/>
                  <a:pt x="1318" y="1214"/>
                </a:cubicBezTo>
                <a:cubicBezTo>
                  <a:pt x="1320" y="1210"/>
                  <a:pt x="1326" y="1210"/>
                  <a:pt x="1330" y="1212"/>
                </a:cubicBezTo>
                <a:cubicBezTo>
                  <a:pt x="1331" y="1214"/>
                  <a:pt x="1332" y="1216"/>
                  <a:pt x="1333" y="1218"/>
                </a:cubicBezTo>
                <a:cubicBezTo>
                  <a:pt x="1333" y="1220"/>
                  <a:pt x="1332" y="1223"/>
                  <a:pt x="1331" y="1224"/>
                </a:cubicBezTo>
                <a:cubicBezTo>
                  <a:pt x="1321" y="1236"/>
                  <a:pt x="1311" y="1248"/>
                  <a:pt x="1301" y="1259"/>
                </a:cubicBezTo>
                <a:cubicBezTo>
                  <a:pt x="1299" y="1261"/>
                  <a:pt x="1297" y="1262"/>
                  <a:pt x="1294" y="1262"/>
                </a:cubicBezTo>
                <a:close/>
                <a:moveTo>
                  <a:pt x="177" y="1229"/>
                </a:moveTo>
                <a:cubicBezTo>
                  <a:pt x="174" y="1229"/>
                  <a:pt x="172" y="1228"/>
                  <a:pt x="170" y="1226"/>
                </a:cubicBezTo>
                <a:cubicBezTo>
                  <a:pt x="122" y="1167"/>
                  <a:pt x="83" y="1103"/>
                  <a:pt x="55" y="1033"/>
                </a:cubicBezTo>
                <a:cubicBezTo>
                  <a:pt x="55" y="1032"/>
                  <a:pt x="54" y="1031"/>
                  <a:pt x="54" y="1030"/>
                </a:cubicBezTo>
                <a:cubicBezTo>
                  <a:pt x="52" y="1025"/>
                  <a:pt x="54" y="1021"/>
                  <a:pt x="58" y="1019"/>
                </a:cubicBezTo>
                <a:cubicBezTo>
                  <a:pt x="63" y="1017"/>
                  <a:pt x="68" y="1019"/>
                  <a:pt x="69" y="1023"/>
                </a:cubicBezTo>
                <a:cubicBezTo>
                  <a:pt x="70" y="1024"/>
                  <a:pt x="70" y="1025"/>
                  <a:pt x="70" y="1026"/>
                </a:cubicBezTo>
                <a:cubicBezTo>
                  <a:pt x="71" y="1027"/>
                  <a:pt x="71" y="1027"/>
                  <a:pt x="71" y="1027"/>
                </a:cubicBezTo>
                <a:cubicBezTo>
                  <a:pt x="98" y="1095"/>
                  <a:pt x="136" y="1158"/>
                  <a:pt x="183" y="1215"/>
                </a:cubicBezTo>
                <a:cubicBezTo>
                  <a:pt x="186" y="1219"/>
                  <a:pt x="186" y="1224"/>
                  <a:pt x="182" y="1227"/>
                </a:cubicBezTo>
                <a:cubicBezTo>
                  <a:pt x="180" y="1228"/>
                  <a:pt x="179" y="1229"/>
                  <a:pt x="177" y="1229"/>
                </a:cubicBezTo>
                <a:close/>
                <a:moveTo>
                  <a:pt x="1352" y="1192"/>
                </a:moveTo>
                <a:cubicBezTo>
                  <a:pt x="1350" y="1192"/>
                  <a:pt x="1348" y="1191"/>
                  <a:pt x="1347" y="1190"/>
                </a:cubicBezTo>
                <a:cubicBezTo>
                  <a:pt x="1343" y="1187"/>
                  <a:pt x="1342" y="1182"/>
                  <a:pt x="1345" y="1178"/>
                </a:cubicBezTo>
                <a:cubicBezTo>
                  <a:pt x="1345" y="1178"/>
                  <a:pt x="1345" y="1178"/>
                  <a:pt x="1345" y="1178"/>
                </a:cubicBezTo>
                <a:cubicBezTo>
                  <a:pt x="1345" y="1178"/>
                  <a:pt x="1345" y="1178"/>
                  <a:pt x="1345" y="1178"/>
                </a:cubicBezTo>
                <a:cubicBezTo>
                  <a:pt x="1348" y="1174"/>
                  <a:pt x="1353" y="1174"/>
                  <a:pt x="1357" y="1176"/>
                </a:cubicBezTo>
                <a:cubicBezTo>
                  <a:pt x="1360" y="1179"/>
                  <a:pt x="1361" y="1184"/>
                  <a:pt x="1359" y="1188"/>
                </a:cubicBezTo>
                <a:cubicBezTo>
                  <a:pt x="1357" y="1190"/>
                  <a:pt x="1354" y="1192"/>
                  <a:pt x="1352" y="1192"/>
                </a:cubicBezTo>
                <a:close/>
                <a:moveTo>
                  <a:pt x="1377" y="1154"/>
                </a:moveTo>
                <a:cubicBezTo>
                  <a:pt x="1375" y="1154"/>
                  <a:pt x="1374" y="1154"/>
                  <a:pt x="1373" y="1153"/>
                </a:cubicBezTo>
                <a:cubicBezTo>
                  <a:pt x="1369" y="1150"/>
                  <a:pt x="1367" y="1145"/>
                  <a:pt x="1370" y="1141"/>
                </a:cubicBezTo>
                <a:cubicBezTo>
                  <a:pt x="1387" y="1114"/>
                  <a:pt x="1402" y="1086"/>
                  <a:pt x="1416" y="1057"/>
                </a:cubicBezTo>
                <a:cubicBezTo>
                  <a:pt x="1433" y="1019"/>
                  <a:pt x="1448" y="978"/>
                  <a:pt x="1459" y="937"/>
                </a:cubicBezTo>
                <a:cubicBezTo>
                  <a:pt x="1460" y="932"/>
                  <a:pt x="1465" y="930"/>
                  <a:pt x="1469" y="931"/>
                </a:cubicBezTo>
                <a:cubicBezTo>
                  <a:pt x="1474" y="932"/>
                  <a:pt x="1476" y="937"/>
                  <a:pt x="1475" y="941"/>
                </a:cubicBezTo>
                <a:cubicBezTo>
                  <a:pt x="1464" y="983"/>
                  <a:pt x="1449" y="1025"/>
                  <a:pt x="1431" y="1064"/>
                </a:cubicBezTo>
                <a:cubicBezTo>
                  <a:pt x="1417" y="1094"/>
                  <a:pt x="1402" y="1123"/>
                  <a:pt x="1384" y="1150"/>
                </a:cubicBezTo>
                <a:cubicBezTo>
                  <a:pt x="1383" y="1153"/>
                  <a:pt x="1380" y="1154"/>
                  <a:pt x="1377" y="1154"/>
                </a:cubicBezTo>
                <a:close/>
                <a:moveTo>
                  <a:pt x="46" y="993"/>
                </a:moveTo>
                <a:cubicBezTo>
                  <a:pt x="42" y="993"/>
                  <a:pt x="39" y="990"/>
                  <a:pt x="38" y="987"/>
                </a:cubicBezTo>
                <a:cubicBezTo>
                  <a:pt x="37" y="985"/>
                  <a:pt x="37" y="982"/>
                  <a:pt x="38" y="980"/>
                </a:cubicBezTo>
                <a:cubicBezTo>
                  <a:pt x="39" y="978"/>
                  <a:pt x="41" y="977"/>
                  <a:pt x="43" y="976"/>
                </a:cubicBezTo>
                <a:cubicBezTo>
                  <a:pt x="48" y="975"/>
                  <a:pt x="52" y="977"/>
                  <a:pt x="54" y="981"/>
                </a:cubicBezTo>
                <a:cubicBezTo>
                  <a:pt x="54" y="981"/>
                  <a:pt x="54" y="981"/>
                  <a:pt x="54" y="981"/>
                </a:cubicBezTo>
                <a:cubicBezTo>
                  <a:pt x="54" y="981"/>
                  <a:pt x="54" y="981"/>
                  <a:pt x="54" y="981"/>
                </a:cubicBezTo>
                <a:cubicBezTo>
                  <a:pt x="55" y="986"/>
                  <a:pt x="53" y="991"/>
                  <a:pt x="49" y="992"/>
                </a:cubicBezTo>
                <a:cubicBezTo>
                  <a:pt x="48" y="992"/>
                  <a:pt x="47" y="993"/>
                  <a:pt x="46" y="993"/>
                </a:cubicBezTo>
                <a:close/>
                <a:moveTo>
                  <a:pt x="33" y="949"/>
                </a:moveTo>
                <a:cubicBezTo>
                  <a:pt x="29" y="949"/>
                  <a:pt x="26" y="947"/>
                  <a:pt x="25" y="943"/>
                </a:cubicBezTo>
                <a:cubicBezTo>
                  <a:pt x="21" y="928"/>
                  <a:pt x="17" y="913"/>
                  <a:pt x="14" y="898"/>
                </a:cubicBezTo>
                <a:cubicBezTo>
                  <a:pt x="14" y="896"/>
                  <a:pt x="14" y="894"/>
                  <a:pt x="16" y="892"/>
                </a:cubicBezTo>
                <a:cubicBezTo>
                  <a:pt x="17" y="890"/>
                  <a:pt x="19" y="889"/>
                  <a:pt x="21" y="888"/>
                </a:cubicBezTo>
                <a:cubicBezTo>
                  <a:pt x="26" y="887"/>
                  <a:pt x="30" y="891"/>
                  <a:pt x="31" y="895"/>
                </a:cubicBezTo>
                <a:cubicBezTo>
                  <a:pt x="34" y="910"/>
                  <a:pt x="37" y="924"/>
                  <a:pt x="41" y="939"/>
                </a:cubicBezTo>
                <a:cubicBezTo>
                  <a:pt x="42" y="943"/>
                  <a:pt x="40" y="948"/>
                  <a:pt x="35" y="949"/>
                </a:cubicBezTo>
                <a:cubicBezTo>
                  <a:pt x="34" y="949"/>
                  <a:pt x="34" y="949"/>
                  <a:pt x="33" y="949"/>
                </a:cubicBezTo>
                <a:close/>
                <a:moveTo>
                  <a:pt x="1477" y="903"/>
                </a:moveTo>
                <a:cubicBezTo>
                  <a:pt x="1477" y="903"/>
                  <a:pt x="1476" y="903"/>
                  <a:pt x="1476" y="903"/>
                </a:cubicBezTo>
                <a:cubicBezTo>
                  <a:pt x="1473" y="903"/>
                  <a:pt x="1471" y="901"/>
                  <a:pt x="1470" y="900"/>
                </a:cubicBezTo>
                <a:cubicBezTo>
                  <a:pt x="1469" y="898"/>
                  <a:pt x="1468" y="895"/>
                  <a:pt x="1469" y="893"/>
                </a:cubicBezTo>
                <a:cubicBezTo>
                  <a:pt x="1472" y="879"/>
                  <a:pt x="1474" y="864"/>
                  <a:pt x="1476" y="849"/>
                </a:cubicBezTo>
                <a:cubicBezTo>
                  <a:pt x="1477" y="845"/>
                  <a:pt x="1481" y="841"/>
                  <a:pt x="1486" y="842"/>
                </a:cubicBezTo>
                <a:cubicBezTo>
                  <a:pt x="1488" y="842"/>
                  <a:pt x="1490" y="843"/>
                  <a:pt x="1491" y="845"/>
                </a:cubicBezTo>
                <a:cubicBezTo>
                  <a:pt x="1493" y="847"/>
                  <a:pt x="1493" y="849"/>
                  <a:pt x="1493" y="851"/>
                </a:cubicBezTo>
                <a:cubicBezTo>
                  <a:pt x="1491" y="866"/>
                  <a:pt x="1488" y="882"/>
                  <a:pt x="1486" y="897"/>
                </a:cubicBezTo>
                <a:cubicBezTo>
                  <a:pt x="1485" y="897"/>
                  <a:pt x="1485" y="897"/>
                  <a:pt x="1485" y="897"/>
                </a:cubicBezTo>
                <a:cubicBezTo>
                  <a:pt x="1485" y="901"/>
                  <a:pt x="1481" y="903"/>
                  <a:pt x="1477" y="903"/>
                </a:cubicBezTo>
                <a:close/>
                <a:moveTo>
                  <a:pt x="15" y="861"/>
                </a:moveTo>
                <a:cubicBezTo>
                  <a:pt x="11" y="861"/>
                  <a:pt x="7" y="857"/>
                  <a:pt x="7" y="853"/>
                </a:cubicBezTo>
                <a:cubicBezTo>
                  <a:pt x="2" y="819"/>
                  <a:pt x="0" y="784"/>
                  <a:pt x="0" y="750"/>
                </a:cubicBezTo>
                <a:cubicBezTo>
                  <a:pt x="0" y="708"/>
                  <a:pt x="3" y="666"/>
                  <a:pt x="10" y="625"/>
                </a:cubicBezTo>
                <a:cubicBezTo>
                  <a:pt x="11" y="621"/>
                  <a:pt x="15" y="618"/>
                  <a:pt x="20" y="618"/>
                </a:cubicBezTo>
                <a:cubicBezTo>
                  <a:pt x="24" y="619"/>
                  <a:pt x="28" y="624"/>
                  <a:pt x="27" y="628"/>
                </a:cubicBezTo>
                <a:cubicBezTo>
                  <a:pt x="20" y="668"/>
                  <a:pt x="17" y="709"/>
                  <a:pt x="17" y="750"/>
                </a:cubicBezTo>
                <a:cubicBezTo>
                  <a:pt x="17" y="784"/>
                  <a:pt x="19" y="818"/>
                  <a:pt x="24" y="851"/>
                </a:cubicBezTo>
                <a:cubicBezTo>
                  <a:pt x="24" y="856"/>
                  <a:pt x="21" y="860"/>
                  <a:pt x="16" y="861"/>
                </a:cubicBezTo>
                <a:cubicBezTo>
                  <a:pt x="16" y="861"/>
                  <a:pt x="16" y="861"/>
                  <a:pt x="15" y="861"/>
                </a:cubicBezTo>
                <a:close/>
                <a:moveTo>
                  <a:pt x="1489" y="814"/>
                </a:moveTo>
                <a:cubicBezTo>
                  <a:pt x="1489" y="814"/>
                  <a:pt x="1489" y="814"/>
                  <a:pt x="1489" y="814"/>
                </a:cubicBezTo>
                <a:cubicBezTo>
                  <a:pt x="1486" y="814"/>
                  <a:pt x="1484" y="813"/>
                  <a:pt x="1483" y="811"/>
                </a:cubicBezTo>
                <a:cubicBezTo>
                  <a:pt x="1481" y="809"/>
                  <a:pt x="1481" y="807"/>
                  <a:pt x="1481" y="805"/>
                </a:cubicBezTo>
                <a:cubicBezTo>
                  <a:pt x="1481" y="800"/>
                  <a:pt x="1485" y="796"/>
                  <a:pt x="1490" y="797"/>
                </a:cubicBezTo>
                <a:cubicBezTo>
                  <a:pt x="1495" y="797"/>
                  <a:pt x="1498" y="801"/>
                  <a:pt x="1498" y="806"/>
                </a:cubicBezTo>
                <a:cubicBezTo>
                  <a:pt x="1497" y="810"/>
                  <a:pt x="1494" y="814"/>
                  <a:pt x="1489" y="814"/>
                </a:cubicBezTo>
                <a:close/>
                <a:moveTo>
                  <a:pt x="1491" y="725"/>
                </a:moveTo>
                <a:cubicBezTo>
                  <a:pt x="1486" y="725"/>
                  <a:pt x="1482" y="721"/>
                  <a:pt x="1482" y="716"/>
                </a:cubicBezTo>
                <a:cubicBezTo>
                  <a:pt x="1481" y="702"/>
                  <a:pt x="1480" y="687"/>
                  <a:pt x="1479" y="672"/>
                </a:cubicBezTo>
                <a:cubicBezTo>
                  <a:pt x="1479" y="670"/>
                  <a:pt x="1479" y="667"/>
                  <a:pt x="1481" y="666"/>
                </a:cubicBezTo>
                <a:cubicBezTo>
                  <a:pt x="1482" y="664"/>
                  <a:pt x="1484" y="663"/>
                  <a:pt x="1486" y="663"/>
                </a:cubicBezTo>
                <a:cubicBezTo>
                  <a:pt x="1491" y="662"/>
                  <a:pt x="1495" y="665"/>
                  <a:pt x="1496" y="670"/>
                </a:cubicBezTo>
                <a:cubicBezTo>
                  <a:pt x="1497" y="685"/>
                  <a:pt x="1498" y="700"/>
                  <a:pt x="1499" y="716"/>
                </a:cubicBezTo>
                <a:cubicBezTo>
                  <a:pt x="1499" y="720"/>
                  <a:pt x="1496" y="724"/>
                  <a:pt x="1491" y="725"/>
                </a:cubicBezTo>
                <a:cubicBezTo>
                  <a:pt x="1491" y="725"/>
                  <a:pt x="1491" y="725"/>
                  <a:pt x="1491" y="725"/>
                </a:cubicBezTo>
                <a:close/>
                <a:moveTo>
                  <a:pt x="1481" y="635"/>
                </a:moveTo>
                <a:cubicBezTo>
                  <a:pt x="1477" y="635"/>
                  <a:pt x="1473" y="632"/>
                  <a:pt x="1473" y="628"/>
                </a:cubicBezTo>
                <a:cubicBezTo>
                  <a:pt x="1472" y="625"/>
                  <a:pt x="1473" y="623"/>
                  <a:pt x="1474" y="621"/>
                </a:cubicBezTo>
                <a:cubicBezTo>
                  <a:pt x="1475" y="619"/>
                  <a:pt x="1477" y="618"/>
                  <a:pt x="1480" y="618"/>
                </a:cubicBezTo>
                <a:cubicBezTo>
                  <a:pt x="1484" y="617"/>
                  <a:pt x="1489" y="620"/>
                  <a:pt x="1489" y="625"/>
                </a:cubicBezTo>
                <a:cubicBezTo>
                  <a:pt x="1490" y="627"/>
                  <a:pt x="1489" y="629"/>
                  <a:pt x="1488" y="631"/>
                </a:cubicBezTo>
                <a:cubicBezTo>
                  <a:pt x="1487" y="633"/>
                  <a:pt x="1485" y="634"/>
                  <a:pt x="1482" y="635"/>
                </a:cubicBezTo>
                <a:cubicBezTo>
                  <a:pt x="1482" y="635"/>
                  <a:pt x="1482" y="635"/>
                  <a:pt x="1481" y="635"/>
                </a:cubicBezTo>
                <a:close/>
                <a:moveTo>
                  <a:pt x="27" y="591"/>
                </a:moveTo>
                <a:cubicBezTo>
                  <a:pt x="27" y="591"/>
                  <a:pt x="27" y="591"/>
                  <a:pt x="27" y="591"/>
                </a:cubicBezTo>
                <a:cubicBezTo>
                  <a:pt x="27" y="591"/>
                  <a:pt x="27" y="591"/>
                  <a:pt x="27" y="591"/>
                </a:cubicBezTo>
                <a:cubicBezTo>
                  <a:pt x="27" y="591"/>
                  <a:pt x="26" y="591"/>
                  <a:pt x="25" y="591"/>
                </a:cubicBezTo>
                <a:cubicBezTo>
                  <a:pt x="21" y="590"/>
                  <a:pt x="18" y="585"/>
                  <a:pt x="19" y="580"/>
                </a:cubicBezTo>
                <a:cubicBezTo>
                  <a:pt x="20" y="576"/>
                  <a:pt x="25" y="573"/>
                  <a:pt x="29" y="574"/>
                </a:cubicBezTo>
                <a:cubicBezTo>
                  <a:pt x="34" y="575"/>
                  <a:pt x="37" y="580"/>
                  <a:pt x="35" y="584"/>
                </a:cubicBezTo>
                <a:cubicBezTo>
                  <a:pt x="35" y="588"/>
                  <a:pt x="31" y="591"/>
                  <a:pt x="27" y="591"/>
                </a:cubicBezTo>
                <a:close/>
                <a:moveTo>
                  <a:pt x="1472" y="590"/>
                </a:moveTo>
                <a:cubicBezTo>
                  <a:pt x="1468" y="590"/>
                  <a:pt x="1465" y="588"/>
                  <a:pt x="1464" y="584"/>
                </a:cubicBezTo>
                <a:cubicBezTo>
                  <a:pt x="1453" y="535"/>
                  <a:pt x="1436" y="488"/>
                  <a:pt x="1416" y="443"/>
                </a:cubicBezTo>
                <a:cubicBezTo>
                  <a:pt x="1405" y="420"/>
                  <a:pt x="1394" y="398"/>
                  <a:pt x="1381" y="377"/>
                </a:cubicBezTo>
                <a:cubicBezTo>
                  <a:pt x="1379" y="373"/>
                  <a:pt x="1380" y="368"/>
                  <a:pt x="1384" y="365"/>
                </a:cubicBezTo>
                <a:cubicBezTo>
                  <a:pt x="1388" y="363"/>
                  <a:pt x="1393" y="364"/>
                  <a:pt x="1396" y="368"/>
                </a:cubicBezTo>
                <a:cubicBezTo>
                  <a:pt x="1408" y="390"/>
                  <a:pt x="1420" y="413"/>
                  <a:pt x="1431" y="436"/>
                </a:cubicBezTo>
                <a:cubicBezTo>
                  <a:pt x="1452" y="481"/>
                  <a:pt x="1469" y="530"/>
                  <a:pt x="1480" y="579"/>
                </a:cubicBezTo>
                <a:cubicBezTo>
                  <a:pt x="1480" y="580"/>
                  <a:pt x="1480" y="580"/>
                  <a:pt x="1480" y="580"/>
                </a:cubicBezTo>
                <a:cubicBezTo>
                  <a:pt x="1481" y="584"/>
                  <a:pt x="1479" y="589"/>
                  <a:pt x="1474" y="590"/>
                </a:cubicBezTo>
                <a:cubicBezTo>
                  <a:pt x="1473" y="590"/>
                  <a:pt x="1473" y="590"/>
                  <a:pt x="1472" y="590"/>
                </a:cubicBezTo>
                <a:close/>
                <a:moveTo>
                  <a:pt x="39" y="547"/>
                </a:moveTo>
                <a:cubicBezTo>
                  <a:pt x="38" y="547"/>
                  <a:pt x="37" y="547"/>
                  <a:pt x="36" y="547"/>
                </a:cubicBezTo>
                <a:cubicBezTo>
                  <a:pt x="34" y="546"/>
                  <a:pt x="32" y="545"/>
                  <a:pt x="31" y="543"/>
                </a:cubicBezTo>
                <a:cubicBezTo>
                  <a:pt x="30" y="541"/>
                  <a:pt x="30" y="538"/>
                  <a:pt x="31" y="536"/>
                </a:cubicBezTo>
                <a:cubicBezTo>
                  <a:pt x="35" y="522"/>
                  <a:pt x="40" y="507"/>
                  <a:pt x="45" y="493"/>
                </a:cubicBezTo>
                <a:cubicBezTo>
                  <a:pt x="47" y="488"/>
                  <a:pt x="52" y="486"/>
                  <a:pt x="56" y="488"/>
                </a:cubicBezTo>
                <a:cubicBezTo>
                  <a:pt x="60" y="489"/>
                  <a:pt x="63" y="494"/>
                  <a:pt x="61" y="499"/>
                </a:cubicBezTo>
                <a:cubicBezTo>
                  <a:pt x="56" y="513"/>
                  <a:pt x="51" y="527"/>
                  <a:pt x="47" y="541"/>
                </a:cubicBezTo>
                <a:cubicBezTo>
                  <a:pt x="46" y="545"/>
                  <a:pt x="42" y="547"/>
                  <a:pt x="39" y="547"/>
                </a:cubicBezTo>
                <a:close/>
                <a:moveTo>
                  <a:pt x="70" y="462"/>
                </a:moveTo>
                <a:cubicBezTo>
                  <a:pt x="69" y="462"/>
                  <a:pt x="67" y="462"/>
                  <a:pt x="66" y="461"/>
                </a:cubicBezTo>
                <a:cubicBezTo>
                  <a:pt x="64" y="461"/>
                  <a:pt x="63" y="459"/>
                  <a:pt x="62" y="457"/>
                </a:cubicBezTo>
                <a:cubicBezTo>
                  <a:pt x="61" y="455"/>
                  <a:pt x="61" y="452"/>
                  <a:pt x="62" y="450"/>
                </a:cubicBezTo>
                <a:cubicBezTo>
                  <a:pt x="93" y="380"/>
                  <a:pt x="134" y="316"/>
                  <a:pt x="184" y="258"/>
                </a:cubicBezTo>
                <a:cubicBezTo>
                  <a:pt x="184" y="258"/>
                  <a:pt x="184" y="258"/>
                  <a:pt x="184" y="258"/>
                </a:cubicBezTo>
                <a:cubicBezTo>
                  <a:pt x="187" y="254"/>
                  <a:pt x="193" y="254"/>
                  <a:pt x="196" y="257"/>
                </a:cubicBezTo>
                <a:cubicBezTo>
                  <a:pt x="199" y="260"/>
                  <a:pt x="200" y="265"/>
                  <a:pt x="197" y="269"/>
                </a:cubicBezTo>
                <a:cubicBezTo>
                  <a:pt x="147" y="325"/>
                  <a:pt x="107" y="389"/>
                  <a:pt x="78" y="457"/>
                </a:cubicBezTo>
                <a:cubicBezTo>
                  <a:pt x="76" y="460"/>
                  <a:pt x="73" y="462"/>
                  <a:pt x="70" y="462"/>
                </a:cubicBezTo>
                <a:close/>
                <a:moveTo>
                  <a:pt x="1364" y="343"/>
                </a:moveTo>
                <a:cubicBezTo>
                  <a:pt x="1364" y="343"/>
                  <a:pt x="1364" y="343"/>
                  <a:pt x="1364" y="343"/>
                </a:cubicBezTo>
                <a:cubicBezTo>
                  <a:pt x="1361" y="343"/>
                  <a:pt x="1359" y="341"/>
                  <a:pt x="1357" y="339"/>
                </a:cubicBezTo>
                <a:cubicBezTo>
                  <a:pt x="1349" y="327"/>
                  <a:pt x="1340" y="315"/>
                  <a:pt x="1331" y="303"/>
                </a:cubicBezTo>
                <a:cubicBezTo>
                  <a:pt x="1328" y="299"/>
                  <a:pt x="1329" y="294"/>
                  <a:pt x="1332" y="291"/>
                </a:cubicBezTo>
                <a:cubicBezTo>
                  <a:pt x="1336" y="288"/>
                  <a:pt x="1341" y="289"/>
                  <a:pt x="1344" y="293"/>
                </a:cubicBezTo>
                <a:cubicBezTo>
                  <a:pt x="1353" y="304"/>
                  <a:pt x="1362" y="317"/>
                  <a:pt x="1371" y="330"/>
                </a:cubicBezTo>
                <a:cubicBezTo>
                  <a:pt x="1371" y="330"/>
                  <a:pt x="1371" y="330"/>
                  <a:pt x="1371" y="330"/>
                </a:cubicBezTo>
                <a:cubicBezTo>
                  <a:pt x="1372" y="332"/>
                  <a:pt x="1373" y="334"/>
                  <a:pt x="1372" y="336"/>
                </a:cubicBezTo>
                <a:cubicBezTo>
                  <a:pt x="1372" y="338"/>
                  <a:pt x="1371" y="340"/>
                  <a:pt x="1369" y="341"/>
                </a:cubicBezTo>
                <a:cubicBezTo>
                  <a:pt x="1367" y="342"/>
                  <a:pt x="1366" y="343"/>
                  <a:pt x="1364" y="343"/>
                </a:cubicBezTo>
                <a:close/>
                <a:moveTo>
                  <a:pt x="1309" y="271"/>
                </a:moveTo>
                <a:cubicBezTo>
                  <a:pt x="1306" y="271"/>
                  <a:pt x="1304" y="270"/>
                  <a:pt x="1302" y="268"/>
                </a:cubicBezTo>
                <a:cubicBezTo>
                  <a:pt x="1301" y="267"/>
                  <a:pt x="1300" y="264"/>
                  <a:pt x="1300" y="262"/>
                </a:cubicBezTo>
                <a:cubicBezTo>
                  <a:pt x="1300" y="260"/>
                  <a:pt x="1301" y="258"/>
                  <a:pt x="1303" y="256"/>
                </a:cubicBezTo>
                <a:cubicBezTo>
                  <a:pt x="1307" y="253"/>
                  <a:pt x="1312" y="254"/>
                  <a:pt x="1315" y="257"/>
                </a:cubicBezTo>
                <a:cubicBezTo>
                  <a:pt x="1315" y="257"/>
                  <a:pt x="1315" y="257"/>
                  <a:pt x="1315" y="257"/>
                </a:cubicBezTo>
                <a:cubicBezTo>
                  <a:pt x="1318" y="261"/>
                  <a:pt x="1318" y="266"/>
                  <a:pt x="1314" y="269"/>
                </a:cubicBezTo>
                <a:cubicBezTo>
                  <a:pt x="1313" y="270"/>
                  <a:pt x="1311" y="271"/>
                  <a:pt x="1309" y="271"/>
                </a:cubicBezTo>
                <a:close/>
                <a:moveTo>
                  <a:pt x="221" y="238"/>
                </a:moveTo>
                <a:cubicBezTo>
                  <a:pt x="219" y="238"/>
                  <a:pt x="217" y="238"/>
                  <a:pt x="215" y="236"/>
                </a:cubicBezTo>
                <a:cubicBezTo>
                  <a:pt x="212" y="233"/>
                  <a:pt x="212" y="227"/>
                  <a:pt x="215" y="224"/>
                </a:cubicBezTo>
                <a:cubicBezTo>
                  <a:pt x="218" y="221"/>
                  <a:pt x="224" y="221"/>
                  <a:pt x="227" y="224"/>
                </a:cubicBezTo>
                <a:cubicBezTo>
                  <a:pt x="230" y="227"/>
                  <a:pt x="230" y="233"/>
                  <a:pt x="227" y="236"/>
                </a:cubicBezTo>
                <a:cubicBezTo>
                  <a:pt x="226" y="238"/>
                  <a:pt x="223" y="238"/>
                  <a:pt x="221" y="238"/>
                </a:cubicBezTo>
                <a:close/>
                <a:moveTo>
                  <a:pt x="1278" y="238"/>
                </a:moveTo>
                <a:cubicBezTo>
                  <a:pt x="1276" y="238"/>
                  <a:pt x="1274" y="237"/>
                  <a:pt x="1272" y="236"/>
                </a:cubicBezTo>
                <a:cubicBezTo>
                  <a:pt x="1265" y="228"/>
                  <a:pt x="1257" y="221"/>
                  <a:pt x="1250" y="214"/>
                </a:cubicBezTo>
                <a:cubicBezTo>
                  <a:pt x="1203" y="170"/>
                  <a:pt x="1150" y="133"/>
                  <a:pt x="1093" y="102"/>
                </a:cubicBezTo>
                <a:cubicBezTo>
                  <a:pt x="1091" y="101"/>
                  <a:pt x="1090" y="99"/>
                  <a:pt x="1089" y="97"/>
                </a:cubicBezTo>
                <a:cubicBezTo>
                  <a:pt x="1089" y="95"/>
                  <a:pt x="1089" y="93"/>
                  <a:pt x="1090" y="91"/>
                </a:cubicBezTo>
                <a:cubicBezTo>
                  <a:pt x="1092" y="87"/>
                  <a:pt x="1097" y="85"/>
                  <a:pt x="1101" y="87"/>
                </a:cubicBezTo>
                <a:cubicBezTo>
                  <a:pt x="1160" y="118"/>
                  <a:pt x="1214" y="157"/>
                  <a:pt x="1262" y="202"/>
                </a:cubicBezTo>
                <a:cubicBezTo>
                  <a:pt x="1269" y="209"/>
                  <a:pt x="1277" y="216"/>
                  <a:pt x="1284" y="224"/>
                </a:cubicBezTo>
                <a:cubicBezTo>
                  <a:pt x="1287" y="227"/>
                  <a:pt x="1287" y="232"/>
                  <a:pt x="1284" y="236"/>
                </a:cubicBezTo>
                <a:cubicBezTo>
                  <a:pt x="1282" y="237"/>
                  <a:pt x="1280" y="238"/>
                  <a:pt x="1278" y="238"/>
                </a:cubicBezTo>
                <a:close/>
                <a:moveTo>
                  <a:pt x="254" y="207"/>
                </a:moveTo>
                <a:cubicBezTo>
                  <a:pt x="251" y="207"/>
                  <a:pt x="249" y="206"/>
                  <a:pt x="247" y="204"/>
                </a:cubicBezTo>
                <a:cubicBezTo>
                  <a:pt x="246" y="203"/>
                  <a:pt x="245" y="201"/>
                  <a:pt x="245" y="198"/>
                </a:cubicBezTo>
                <a:cubicBezTo>
                  <a:pt x="245" y="196"/>
                  <a:pt x="246" y="194"/>
                  <a:pt x="248" y="192"/>
                </a:cubicBezTo>
                <a:cubicBezTo>
                  <a:pt x="259" y="182"/>
                  <a:pt x="271" y="172"/>
                  <a:pt x="283" y="163"/>
                </a:cubicBezTo>
                <a:cubicBezTo>
                  <a:pt x="287" y="160"/>
                  <a:pt x="292" y="161"/>
                  <a:pt x="295" y="164"/>
                </a:cubicBezTo>
                <a:cubicBezTo>
                  <a:pt x="298" y="168"/>
                  <a:pt x="297" y="173"/>
                  <a:pt x="294" y="176"/>
                </a:cubicBezTo>
                <a:cubicBezTo>
                  <a:pt x="282" y="185"/>
                  <a:pt x="270" y="195"/>
                  <a:pt x="259" y="205"/>
                </a:cubicBezTo>
                <a:cubicBezTo>
                  <a:pt x="258" y="206"/>
                  <a:pt x="256" y="207"/>
                  <a:pt x="254" y="207"/>
                </a:cubicBezTo>
                <a:close/>
                <a:moveTo>
                  <a:pt x="325" y="151"/>
                </a:moveTo>
                <a:cubicBezTo>
                  <a:pt x="322" y="151"/>
                  <a:pt x="319" y="150"/>
                  <a:pt x="318" y="147"/>
                </a:cubicBezTo>
                <a:cubicBezTo>
                  <a:pt x="316" y="145"/>
                  <a:pt x="316" y="143"/>
                  <a:pt x="316" y="141"/>
                </a:cubicBezTo>
                <a:cubicBezTo>
                  <a:pt x="317" y="139"/>
                  <a:pt x="318" y="137"/>
                  <a:pt x="320" y="135"/>
                </a:cubicBezTo>
                <a:cubicBezTo>
                  <a:pt x="361" y="106"/>
                  <a:pt x="405" y="82"/>
                  <a:pt x="451" y="62"/>
                </a:cubicBezTo>
                <a:cubicBezTo>
                  <a:pt x="475" y="52"/>
                  <a:pt x="499" y="42"/>
                  <a:pt x="524" y="34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29" y="33"/>
                  <a:pt x="533" y="36"/>
                  <a:pt x="535" y="40"/>
                </a:cubicBezTo>
                <a:cubicBezTo>
                  <a:pt x="536" y="44"/>
                  <a:pt x="534" y="49"/>
                  <a:pt x="529" y="51"/>
                </a:cubicBezTo>
                <a:cubicBezTo>
                  <a:pt x="505" y="58"/>
                  <a:pt x="481" y="67"/>
                  <a:pt x="458" y="77"/>
                </a:cubicBezTo>
                <a:cubicBezTo>
                  <a:pt x="413" y="97"/>
                  <a:pt x="370" y="121"/>
                  <a:pt x="329" y="149"/>
                </a:cubicBezTo>
                <a:cubicBezTo>
                  <a:pt x="328" y="150"/>
                  <a:pt x="326" y="151"/>
                  <a:pt x="325" y="151"/>
                </a:cubicBezTo>
                <a:close/>
                <a:moveTo>
                  <a:pt x="1057" y="83"/>
                </a:moveTo>
                <a:cubicBezTo>
                  <a:pt x="1056" y="83"/>
                  <a:pt x="1054" y="83"/>
                  <a:pt x="1053" y="82"/>
                </a:cubicBezTo>
                <a:cubicBezTo>
                  <a:pt x="1040" y="76"/>
                  <a:pt x="1026" y="70"/>
                  <a:pt x="1012" y="65"/>
                </a:cubicBezTo>
                <a:cubicBezTo>
                  <a:pt x="1008" y="64"/>
                  <a:pt x="1005" y="59"/>
                  <a:pt x="1007" y="54"/>
                </a:cubicBezTo>
                <a:cubicBezTo>
                  <a:pt x="1009" y="50"/>
                  <a:pt x="1014" y="48"/>
                  <a:pt x="1018" y="49"/>
                </a:cubicBezTo>
                <a:cubicBezTo>
                  <a:pt x="1032" y="55"/>
                  <a:pt x="1046" y="61"/>
                  <a:pt x="1060" y="67"/>
                </a:cubicBezTo>
                <a:cubicBezTo>
                  <a:pt x="1065" y="69"/>
                  <a:pt x="1066" y="74"/>
                  <a:pt x="1064" y="78"/>
                </a:cubicBezTo>
                <a:cubicBezTo>
                  <a:pt x="1063" y="81"/>
                  <a:pt x="1060" y="83"/>
                  <a:pt x="1057" y="83"/>
                </a:cubicBezTo>
                <a:close/>
                <a:moveTo>
                  <a:pt x="972" y="51"/>
                </a:moveTo>
                <a:cubicBezTo>
                  <a:pt x="971" y="51"/>
                  <a:pt x="971" y="51"/>
                  <a:pt x="970" y="50"/>
                </a:cubicBezTo>
                <a:cubicBezTo>
                  <a:pt x="968" y="50"/>
                  <a:pt x="966" y="48"/>
                  <a:pt x="965" y="46"/>
                </a:cubicBezTo>
                <a:cubicBezTo>
                  <a:pt x="964" y="44"/>
                  <a:pt x="964" y="42"/>
                  <a:pt x="964" y="40"/>
                </a:cubicBezTo>
                <a:cubicBezTo>
                  <a:pt x="966" y="35"/>
                  <a:pt x="970" y="33"/>
                  <a:pt x="975" y="34"/>
                </a:cubicBezTo>
                <a:cubicBezTo>
                  <a:pt x="979" y="36"/>
                  <a:pt x="982" y="40"/>
                  <a:pt x="980" y="45"/>
                </a:cubicBezTo>
                <a:cubicBezTo>
                  <a:pt x="979" y="48"/>
                  <a:pt x="976" y="51"/>
                  <a:pt x="972" y="51"/>
                </a:cubicBezTo>
                <a:close/>
                <a:moveTo>
                  <a:pt x="570" y="39"/>
                </a:moveTo>
                <a:cubicBezTo>
                  <a:pt x="570" y="39"/>
                  <a:pt x="570" y="39"/>
                  <a:pt x="570" y="39"/>
                </a:cubicBezTo>
                <a:cubicBezTo>
                  <a:pt x="566" y="39"/>
                  <a:pt x="563" y="36"/>
                  <a:pt x="562" y="32"/>
                </a:cubicBezTo>
                <a:cubicBezTo>
                  <a:pt x="561" y="28"/>
                  <a:pt x="564" y="23"/>
                  <a:pt x="568" y="22"/>
                </a:cubicBezTo>
                <a:cubicBezTo>
                  <a:pt x="573" y="21"/>
                  <a:pt x="577" y="24"/>
                  <a:pt x="578" y="28"/>
                </a:cubicBezTo>
                <a:cubicBezTo>
                  <a:pt x="579" y="31"/>
                  <a:pt x="579" y="33"/>
                  <a:pt x="577" y="35"/>
                </a:cubicBezTo>
                <a:cubicBezTo>
                  <a:pt x="577" y="36"/>
                  <a:pt x="575" y="37"/>
                  <a:pt x="573" y="38"/>
                </a:cubicBezTo>
                <a:cubicBezTo>
                  <a:pt x="574" y="38"/>
                  <a:pt x="574" y="38"/>
                  <a:pt x="574" y="38"/>
                </a:cubicBezTo>
                <a:cubicBezTo>
                  <a:pt x="572" y="39"/>
                  <a:pt x="572" y="39"/>
                  <a:pt x="572" y="39"/>
                </a:cubicBezTo>
                <a:cubicBezTo>
                  <a:pt x="572" y="39"/>
                  <a:pt x="571" y="39"/>
                  <a:pt x="570" y="39"/>
                </a:cubicBezTo>
                <a:close/>
                <a:moveTo>
                  <a:pt x="929" y="39"/>
                </a:moveTo>
                <a:cubicBezTo>
                  <a:pt x="928" y="39"/>
                  <a:pt x="927" y="39"/>
                  <a:pt x="927" y="38"/>
                </a:cubicBezTo>
                <a:cubicBezTo>
                  <a:pt x="869" y="24"/>
                  <a:pt x="810" y="17"/>
                  <a:pt x="750" y="17"/>
                </a:cubicBezTo>
                <a:cubicBezTo>
                  <a:pt x="744" y="17"/>
                  <a:pt x="738" y="17"/>
                  <a:pt x="733" y="17"/>
                </a:cubicBezTo>
                <a:cubicBezTo>
                  <a:pt x="724" y="17"/>
                  <a:pt x="714" y="18"/>
                  <a:pt x="705" y="18"/>
                </a:cubicBezTo>
                <a:cubicBezTo>
                  <a:pt x="700" y="19"/>
                  <a:pt x="696" y="15"/>
                  <a:pt x="696" y="10"/>
                </a:cubicBezTo>
                <a:cubicBezTo>
                  <a:pt x="695" y="6"/>
                  <a:pt x="699" y="2"/>
                  <a:pt x="704" y="1"/>
                </a:cubicBezTo>
                <a:cubicBezTo>
                  <a:pt x="713" y="1"/>
                  <a:pt x="723" y="0"/>
                  <a:pt x="733" y="0"/>
                </a:cubicBezTo>
                <a:cubicBezTo>
                  <a:pt x="738" y="0"/>
                  <a:pt x="744" y="0"/>
                  <a:pt x="750" y="0"/>
                </a:cubicBezTo>
                <a:cubicBezTo>
                  <a:pt x="811" y="0"/>
                  <a:pt x="872" y="7"/>
                  <a:pt x="931" y="22"/>
                </a:cubicBezTo>
                <a:cubicBezTo>
                  <a:pt x="933" y="23"/>
                  <a:pt x="935" y="24"/>
                  <a:pt x="936" y="26"/>
                </a:cubicBezTo>
                <a:cubicBezTo>
                  <a:pt x="937" y="28"/>
                  <a:pt x="938" y="30"/>
                  <a:pt x="937" y="32"/>
                </a:cubicBezTo>
                <a:cubicBezTo>
                  <a:pt x="936" y="36"/>
                  <a:pt x="933" y="39"/>
                  <a:pt x="929" y="39"/>
                </a:cubicBezTo>
                <a:close/>
                <a:moveTo>
                  <a:pt x="614" y="29"/>
                </a:moveTo>
                <a:cubicBezTo>
                  <a:pt x="610" y="29"/>
                  <a:pt x="607" y="26"/>
                  <a:pt x="606" y="22"/>
                </a:cubicBezTo>
                <a:cubicBezTo>
                  <a:pt x="605" y="18"/>
                  <a:pt x="608" y="13"/>
                  <a:pt x="613" y="12"/>
                </a:cubicBezTo>
                <a:cubicBezTo>
                  <a:pt x="628" y="10"/>
                  <a:pt x="643" y="7"/>
                  <a:pt x="658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63" y="5"/>
                  <a:pt x="667" y="8"/>
                  <a:pt x="668" y="13"/>
                </a:cubicBezTo>
                <a:cubicBezTo>
                  <a:pt x="668" y="18"/>
                  <a:pt x="665" y="22"/>
                  <a:pt x="660" y="22"/>
                </a:cubicBezTo>
                <a:cubicBezTo>
                  <a:pt x="645" y="24"/>
                  <a:pt x="631" y="26"/>
                  <a:pt x="616" y="29"/>
                </a:cubicBezTo>
                <a:cubicBezTo>
                  <a:pt x="615" y="29"/>
                  <a:pt x="615" y="29"/>
                  <a:pt x="614" y="2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dirty="0">
              <a:solidFill>
                <a:srgbClr val="FFFFFF"/>
              </a:solidFill>
              <a:latin typeface="Oswald Light" pitchFamily="2" charset="-52"/>
            </a:endParaRPr>
          </a:p>
        </p:txBody>
      </p:sp>
      <p:sp>
        <p:nvSpPr>
          <p:cNvPr id="116" name="Oval 27">
            <a:extLst>
              <a:ext uri="{FF2B5EF4-FFF2-40B4-BE49-F238E27FC236}">
                <a16:creationId xmlns:a16="http://schemas.microsoft.com/office/drawing/2014/main" id="{BEF51823-C239-40C5-92B9-E55F3486CC8A}"/>
              </a:ext>
            </a:extLst>
          </p:cNvPr>
          <p:cNvSpPr/>
          <p:nvPr/>
        </p:nvSpPr>
        <p:spPr>
          <a:xfrm>
            <a:off x="7603565" y="4211054"/>
            <a:ext cx="1158248" cy="115824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270000" sx="102000" sy="102000" algn="ctr" rotWithShape="0">
              <a:schemeClr val="accent2">
                <a:lumMod val="75000"/>
                <a:alpha val="47000"/>
              </a:schemeClr>
            </a:outerShdw>
            <a:softEdge rad="533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dirty="0">
              <a:latin typeface="Oswald Light" pitchFamily="2" charset="-52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5E75935-A80E-49BB-9699-3436E93E3D93}"/>
              </a:ext>
            </a:extLst>
          </p:cNvPr>
          <p:cNvSpPr txBox="1">
            <a:spLocks/>
          </p:cNvSpPr>
          <p:nvPr/>
        </p:nvSpPr>
        <p:spPr bwMode="gray">
          <a:xfrm>
            <a:off x="3263553" y="1853880"/>
            <a:ext cx="116009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algn="r"/>
            <a:r>
              <a:rPr lang="en-US" sz="2800" dirty="0">
                <a:solidFill>
                  <a:schemeClr val="bg1"/>
                </a:solidFill>
              </a:rPr>
              <a:t>Vite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F0481FD-4A4C-412F-9D60-26B3653EE0B2}"/>
              </a:ext>
            </a:extLst>
          </p:cNvPr>
          <p:cNvSpPr txBox="1">
            <a:spLocks/>
          </p:cNvSpPr>
          <p:nvPr/>
        </p:nvSpPr>
        <p:spPr bwMode="gray">
          <a:xfrm>
            <a:off x="426720" y="3193372"/>
            <a:ext cx="313112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algn="r"/>
            <a:r>
              <a:rPr lang="en-US" sz="2800" dirty="0">
                <a:solidFill>
                  <a:schemeClr val="bg1"/>
                </a:solidFill>
              </a:rPr>
              <a:t>TypeScript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C8270D9-414C-4042-A13C-F3C158D53DBF}"/>
              </a:ext>
            </a:extLst>
          </p:cNvPr>
          <p:cNvSpPr txBox="1">
            <a:spLocks/>
          </p:cNvSpPr>
          <p:nvPr/>
        </p:nvSpPr>
        <p:spPr bwMode="gray">
          <a:xfrm>
            <a:off x="2625552" y="4846334"/>
            <a:ext cx="142668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marL="0" algn="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FFFFFF"/>
                </a:solidFill>
                <a:effectLst/>
              </a:rPr>
              <a:t>React</a:t>
            </a:r>
            <a:endParaRPr lang="ru-RU" sz="2800" dirty="0">
              <a:effectLst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AAB3259-FFEE-4FAC-B2A3-580D5A38C100}"/>
              </a:ext>
            </a:extLst>
          </p:cNvPr>
          <p:cNvSpPr txBox="1">
            <a:spLocks/>
          </p:cNvSpPr>
          <p:nvPr/>
        </p:nvSpPr>
        <p:spPr bwMode="gray">
          <a:xfrm>
            <a:off x="8048716" y="4983888"/>
            <a:ext cx="374921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ASP.NET Core Web API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9BE7C6D-BC87-439D-B304-E6DE4E189DAE}"/>
              </a:ext>
            </a:extLst>
          </p:cNvPr>
          <p:cNvSpPr txBox="1">
            <a:spLocks/>
          </p:cNvSpPr>
          <p:nvPr/>
        </p:nvSpPr>
        <p:spPr bwMode="gray">
          <a:xfrm>
            <a:off x="7661044" y="1853880"/>
            <a:ext cx="374921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FFFFFF"/>
                </a:solidFill>
                <a:effectLst/>
              </a:rPr>
              <a:t>C# / .NET</a:t>
            </a:r>
            <a:endParaRPr lang="ru-RU" sz="2800" dirty="0">
              <a:effectLst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FFF87CE-E090-4E70-B58F-C39EAAEF3E34}"/>
              </a:ext>
            </a:extLst>
          </p:cNvPr>
          <p:cNvSpPr txBox="1">
            <a:spLocks/>
          </p:cNvSpPr>
          <p:nvPr/>
        </p:nvSpPr>
        <p:spPr bwMode="gray">
          <a:xfrm>
            <a:off x="8495876" y="3227369"/>
            <a:ext cx="357596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Entity Framework Core</a:t>
            </a:r>
          </a:p>
        </p:txBody>
      </p:sp>
      <p:sp>
        <p:nvSpPr>
          <p:cNvPr id="118" name="Полилиния: фигура 92">
            <a:extLst>
              <a:ext uri="{FF2B5EF4-FFF2-40B4-BE49-F238E27FC236}">
                <a16:creationId xmlns:a16="http://schemas.microsoft.com/office/drawing/2014/main" id="{A7E13369-8745-44FF-A330-E2621B7E6556}"/>
              </a:ext>
            </a:extLst>
          </p:cNvPr>
          <p:cNvSpPr/>
          <p:nvPr/>
        </p:nvSpPr>
        <p:spPr>
          <a:xfrm rot="5400000">
            <a:off x="4643716" y="174792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19" name="Полилиния: фигура 92">
            <a:extLst>
              <a:ext uri="{FF2B5EF4-FFF2-40B4-BE49-F238E27FC236}">
                <a16:creationId xmlns:a16="http://schemas.microsoft.com/office/drawing/2014/main" id="{8849F612-55B5-4C6C-B399-20A0861E874C}"/>
              </a:ext>
            </a:extLst>
          </p:cNvPr>
          <p:cNvSpPr/>
          <p:nvPr/>
        </p:nvSpPr>
        <p:spPr>
          <a:xfrm rot="5400000">
            <a:off x="6744957" y="174792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20" name="Полилиния: фигура 92">
            <a:extLst>
              <a:ext uri="{FF2B5EF4-FFF2-40B4-BE49-F238E27FC236}">
                <a16:creationId xmlns:a16="http://schemas.microsoft.com/office/drawing/2014/main" id="{DDA2F2D1-BB19-4B82-9D78-EBE14667165E}"/>
              </a:ext>
            </a:extLst>
          </p:cNvPr>
          <p:cNvSpPr/>
          <p:nvPr/>
        </p:nvSpPr>
        <p:spPr>
          <a:xfrm rot="5400000">
            <a:off x="3800334" y="3064359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21" name="Полилиния: фигура 92">
            <a:extLst>
              <a:ext uri="{FF2B5EF4-FFF2-40B4-BE49-F238E27FC236}">
                <a16:creationId xmlns:a16="http://schemas.microsoft.com/office/drawing/2014/main" id="{7523653C-F4CB-44CE-AF30-B2269BC1AAB9}"/>
              </a:ext>
            </a:extLst>
          </p:cNvPr>
          <p:cNvSpPr/>
          <p:nvPr/>
        </p:nvSpPr>
        <p:spPr>
          <a:xfrm rot="5400000">
            <a:off x="7167184" y="4696142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22" name="Полилиния: фигура 92">
            <a:extLst>
              <a:ext uri="{FF2B5EF4-FFF2-40B4-BE49-F238E27FC236}">
                <a16:creationId xmlns:a16="http://schemas.microsoft.com/office/drawing/2014/main" id="{041B9AD8-CEB6-4F45-AEBA-B436D5D3300D}"/>
              </a:ext>
            </a:extLst>
          </p:cNvPr>
          <p:cNvSpPr/>
          <p:nvPr/>
        </p:nvSpPr>
        <p:spPr>
          <a:xfrm rot="5400000">
            <a:off x="4273469" y="4696142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23" name="Полилиния: фигура 92">
            <a:extLst>
              <a:ext uri="{FF2B5EF4-FFF2-40B4-BE49-F238E27FC236}">
                <a16:creationId xmlns:a16="http://schemas.microsoft.com/office/drawing/2014/main" id="{638D6D20-8E45-46EC-86E6-F652BEA44667}"/>
              </a:ext>
            </a:extLst>
          </p:cNvPr>
          <p:cNvSpPr/>
          <p:nvPr/>
        </p:nvSpPr>
        <p:spPr>
          <a:xfrm rot="5400000">
            <a:off x="5711047" y="533978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3765AF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3083E5F-773F-46D8-80B7-9566A8E16A8F}"/>
              </a:ext>
            </a:extLst>
          </p:cNvPr>
          <p:cNvSpPr txBox="1">
            <a:spLocks/>
          </p:cNvSpPr>
          <p:nvPr/>
        </p:nvSpPr>
        <p:spPr bwMode="gray">
          <a:xfrm>
            <a:off x="5225082" y="6040056"/>
            <a:ext cx="169446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MySQL</a:t>
            </a:r>
          </a:p>
        </p:txBody>
      </p:sp>
      <p:sp>
        <p:nvSpPr>
          <p:cNvPr id="173" name="Полилиния: фигура 92">
            <a:extLst>
              <a:ext uri="{FF2B5EF4-FFF2-40B4-BE49-F238E27FC236}">
                <a16:creationId xmlns:a16="http://schemas.microsoft.com/office/drawing/2014/main" id="{CF5BFEEF-430D-491D-92C5-3BCE7F80F617}"/>
              </a:ext>
            </a:extLst>
          </p:cNvPr>
          <p:cNvSpPr/>
          <p:nvPr/>
        </p:nvSpPr>
        <p:spPr>
          <a:xfrm rot="5400000">
            <a:off x="7630855" y="3064359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gradFill>
            <a:gsLst>
              <a:gs pos="11000">
                <a:srgbClr val="542ED5"/>
              </a:gs>
              <a:gs pos="100000">
                <a:srgbClr val="917AE5"/>
              </a:gs>
            </a:gsLst>
            <a:lin ang="10200000" scaled="0"/>
          </a:gra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FBD30801-0F6E-4791-A5A6-FEF9A5A3BDBA}"/>
              </a:ext>
            </a:extLst>
          </p:cNvPr>
          <p:cNvSpPr txBox="1">
            <a:spLocks/>
          </p:cNvSpPr>
          <p:nvPr/>
        </p:nvSpPr>
        <p:spPr>
          <a:xfrm>
            <a:off x="0" y="427839"/>
            <a:ext cx="12192000" cy="7801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4000" b="1" dirty="0">
                <a:solidFill>
                  <a:schemeClr val="bg1"/>
                </a:solidFill>
                <a:latin typeface="+mj-lt"/>
              </a:rPr>
              <a:t>Используемые технологии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F6DA4E-93E5-4B1A-9106-3ED86AE6D62B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818C98-F2D4-4DE3-AF3F-16B8F2E81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1980" y="1739258"/>
            <a:ext cx="690615" cy="690615"/>
          </a:xfrm>
          <a:prstGeom prst="ellipse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6FB775-03C0-46CA-BBEC-F45909529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95" y="3193372"/>
            <a:ext cx="533040" cy="52557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D6A9B3-C717-4582-A418-977028ADE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86" y="4783488"/>
            <a:ext cx="573082" cy="5099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EEB8F5-69A8-46BF-A57D-B4FE65F26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059" y="5349811"/>
            <a:ext cx="678892" cy="6788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F30FF99C-B8E0-49B5-87B4-5D2F176B07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734" y="4706308"/>
            <a:ext cx="688917" cy="688917"/>
          </a:xfrm>
          <a:prstGeom prst="ellipse">
            <a:avLst/>
          </a:prstGeom>
        </p:spPr>
      </p:pic>
      <p:sp>
        <p:nvSpPr>
          <p:cNvPr id="41" name="Полилиния: фигура 92">
            <a:extLst>
              <a:ext uri="{FF2B5EF4-FFF2-40B4-BE49-F238E27FC236}">
                <a16:creationId xmlns:a16="http://schemas.microsoft.com/office/drawing/2014/main" id="{5931C02E-97CA-435B-A5A7-DF0943F06180}"/>
              </a:ext>
            </a:extLst>
          </p:cNvPr>
          <p:cNvSpPr/>
          <p:nvPr/>
        </p:nvSpPr>
        <p:spPr>
          <a:xfrm rot="5400000">
            <a:off x="6744956" y="174792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gradFill>
            <a:gsLst>
              <a:gs pos="17000">
                <a:srgbClr val="542ED5"/>
              </a:gs>
              <a:gs pos="81000">
                <a:srgbClr val="917AE5"/>
              </a:gs>
            </a:gsLst>
            <a:lin ang="9600000" scaled="0"/>
          </a:gra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42" name="Полилиния: фигура 92">
            <a:extLst>
              <a:ext uri="{FF2B5EF4-FFF2-40B4-BE49-F238E27FC236}">
                <a16:creationId xmlns:a16="http://schemas.microsoft.com/office/drawing/2014/main" id="{650C17FE-B98C-40D1-A555-9848BB262BAA}"/>
              </a:ext>
            </a:extLst>
          </p:cNvPr>
          <p:cNvSpPr/>
          <p:nvPr/>
        </p:nvSpPr>
        <p:spPr>
          <a:xfrm rot="5400000">
            <a:off x="7630855" y="306435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6EE436A-F62A-44AC-B7A1-686B7D60B0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540" y="1703269"/>
            <a:ext cx="788990" cy="788990"/>
          </a:xfrm>
          <a:prstGeom prst="ellipse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0CD1168-F85E-4D81-AB7B-E7BADA6B8C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856" y="3064355"/>
            <a:ext cx="688914" cy="68891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3384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Физическая структура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356642" y="6162559"/>
            <a:ext cx="5808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CDA70E-8FF0-40C3-9E8A-7D400E3BD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413" y="1045296"/>
            <a:ext cx="11095173" cy="51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01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Тестирование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94BDF-2181-461A-826F-D43BD24C0F08}"/>
              </a:ext>
            </a:extLst>
          </p:cNvPr>
          <p:cNvSpPr txBox="1"/>
          <p:nvPr/>
        </p:nvSpPr>
        <p:spPr>
          <a:xfrm>
            <a:off x="11356642" y="6162559"/>
            <a:ext cx="5808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F1272D-920A-445E-8C71-AA879B5D26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02779" y="1858155"/>
            <a:ext cx="3985844" cy="34186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Подзаголовок 13">
            <a:extLst>
              <a:ext uri="{FF2B5EF4-FFF2-40B4-BE49-F238E27FC236}">
                <a16:creationId xmlns:a16="http://schemas.microsoft.com/office/drawing/2014/main" id="{8624242F-997E-4513-A6BE-30290A5EC6AD}"/>
              </a:ext>
            </a:extLst>
          </p:cNvPr>
          <p:cNvSpPr txBox="1">
            <a:spLocks/>
          </p:cNvSpPr>
          <p:nvPr/>
        </p:nvSpPr>
        <p:spPr>
          <a:xfrm>
            <a:off x="1702779" y="5276801"/>
            <a:ext cx="3985846" cy="3416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</a:rPr>
              <a:t>Авторизация с корректными данными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8E9405E-49F0-405C-B124-70D841D6F1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03378" y="1263740"/>
            <a:ext cx="3985843" cy="40130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Подзаголовок 13">
            <a:extLst>
              <a:ext uri="{FF2B5EF4-FFF2-40B4-BE49-F238E27FC236}">
                <a16:creationId xmlns:a16="http://schemas.microsoft.com/office/drawing/2014/main" id="{48762E1E-F210-468E-B608-41FB34965DBA}"/>
              </a:ext>
            </a:extLst>
          </p:cNvPr>
          <p:cNvSpPr txBox="1">
            <a:spLocks/>
          </p:cNvSpPr>
          <p:nvPr/>
        </p:nvSpPr>
        <p:spPr>
          <a:xfrm>
            <a:off x="6503376" y="5281357"/>
            <a:ext cx="4208580" cy="3416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</a:rPr>
              <a:t>Авторизация с некорректными данными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972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Каталог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1F5E0-430F-4FB9-8CBE-04D19092E22A}"/>
              </a:ext>
            </a:extLst>
          </p:cNvPr>
          <p:cNvSpPr txBox="1"/>
          <p:nvPr/>
        </p:nvSpPr>
        <p:spPr>
          <a:xfrm>
            <a:off x="11356642" y="6162559"/>
            <a:ext cx="5808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40FDE2-695D-41BE-A45D-E665AB1A7A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077" y="1307378"/>
            <a:ext cx="9360564" cy="47558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313EDD-F369-4147-AEEE-839FF7CBB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59" y="1307378"/>
            <a:ext cx="1804104" cy="475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30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Создание заявки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1F5E0-430F-4FB9-8CBE-04D19092E22A}"/>
              </a:ext>
            </a:extLst>
          </p:cNvPr>
          <p:cNvSpPr txBox="1"/>
          <p:nvPr/>
        </p:nvSpPr>
        <p:spPr>
          <a:xfrm>
            <a:off x="11356642" y="6162559"/>
            <a:ext cx="5808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93338C-2C40-4D7D-9AEC-8505FA5E3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65" y="1182164"/>
            <a:ext cx="3848487" cy="498039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4B9F48-1A7A-43B8-9607-A7944D914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997" y="1173426"/>
            <a:ext cx="3488951" cy="498913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BD486D7-226B-4780-B879-1E220E0E73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754"/>
          <a:stretch/>
        </p:blipFill>
        <p:spPr>
          <a:xfrm>
            <a:off x="8042700" y="1173425"/>
            <a:ext cx="3488951" cy="312736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6806508-74CD-4578-AEFD-0C11494FF27A}"/>
              </a:ext>
            </a:extLst>
          </p:cNvPr>
          <p:cNvPicPr/>
          <p:nvPr/>
        </p:nvPicPr>
        <p:blipFill rotWithShape="1">
          <a:blip r:embed="rId5"/>
          <a:srcRect l="1272" t="2629" r="458" b="1910"/>
          <a:stretch/>
        </p:blipFill>
        <p:spPr>
          <a:xfrm>
            <a:off x="8058196" y="4385309"/>
            <a:ext cx="3457958" cy="17772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3732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Личный кабинет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0D88D5-38E5-4368-AF82-812B76F00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504" y="1118675"/>
            <a:ext cx="10456992" cy="5309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5549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Страница заявки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0D88D5-38E5-4368-AF82-812B76F00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504" y="1119756"/>
            <a:ext cx="10456992" cy="53076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3099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Редактирование маршрута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0D88D5-38E5-4368-AF82-812B76F00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504" y="1308461"/>
            <a:ext cx="10456992" cy="4930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4990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Редактирование заявки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7A081C-BD4B-4E93-8945-918B6E3E9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2" y="1423910"/>
            <a:ext cx="10421816" cy="21110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C2CF6D-2DCC-4EA2-856F-985795FC7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92" y="3750847"/>
            <a:ext cx="10421816" cy="15281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3E29201-8996-4EF2-913F-E3DF49CB7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92" y="5494884"/>
            <a:ext cx="10421816" cy="37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1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Заявки на вылеты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0D88D5-38E5-4368-AF82-812B76F00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3866" y="1308461"/>
            <a:ext cx="9704265" cy="4930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4480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Общие сведенья о заявке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5222FFD-034E-4C77-8655-DDF41A1864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71954" y="1222291"/>
            <a:ext cx="9648092" cy="520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35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Управление вылетом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3644CAE-8983-4302-B92E-4D43D4B9DB77}"/>
              </a:ext>
            </a:extLst>
          </p:cNvPr>
          <p:cNvPicPr/>
          <p:nvPr/>
        </p:nvPicPr>
        <p:blipFill rotWithShape="1">
          <a:blip r:embed="rId2"/>
          <a:srcRect t="2283" b="61667"/>
          <a:stretch/>
        </p:blipFill>
        <p:spPr>
          <a:xfrm>
            <a:off x="1377462" y="1063962"/>
            <a:ext cx="9437076" cy="11340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1DB1DF5-5E19-4E28-8A96-0D27C5369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462" y="2236388"/>
            <a:ext cx="9437076" cy="454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14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Самолёты авиакомпании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2B28B3-2560-4EF1-9C1F-57F9D104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85" y="1085755"/>
            <a:ext cx="10404230" cy="52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49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Редактирование самолёта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2B28B3-2560-4EF1-9C1F-57F9D1040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299" y="1085755"/>
            <a:ext cx="10393402" cy="52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80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Сотрудники авиакомпании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AB2D3E-CA20-461B-A6D3-B1F81ABCC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9844" y="2184747"/>
            <a:ext cx="6354332" cy="322824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0FC4A4-8FFE-464F-9A69-56C163210B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0"/>
          <a:stretch/>
        </p:blipFill>
        <p:spPr>
          <a:xfrm>
            <a:off x="216092" y="2184747"/>
            <a:ext cx="5197422" cy="322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60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rgbClr val="FF0000"/>
                </a:solidFill>
                <a:sym typeface="Times New Roman"/>
              </a:rPr>
              <a:t>МОЖНО УДАЛИТЬ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AB2D3E-CA20-461B-A6D3-B1F81ABCC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1181922"/>
            <a:ext cx="10210800" cy="519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41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rgbClr val="FF0000"/>
                </a:solidFill>
                <a:sym typeface="Times New Roman"/>
              </a:rPr>
              <a:t>МОЖНО СОКРАТИТЬ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9DA35A-F79A-475E-BDFF-F67AC5266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79" y="1057086"/>
            <a:ext cx="4004852" cy="42798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019BE4-CB70-439D-B939-70CAA7305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771" y="1057086"/>
            <a:ext cx="4008363" cy="42798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C5E721A-6B40-4B9D-A69E-0BD394836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866" y="5380890"/>
            <a:ext cx="8138268" cy="131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24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rgbClr val="FF0000"/>
                </a:solidFill>
                <a:sym typeface="Times New Roman"/>
              </a:rPr>
              <a:t>МОЖНО СОКРАТИТЬ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AB2D3E-CA20-461B-A6D3-B1F81ABCC3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14"/>
          <a:stretch/>
        </p:blipFill>
        <p:spPr>
          <a:xfrm>
            <a:off x="327823" y="1062700"/>
            <a:ext cx="11536354" cy="498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15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rgbClr val="FF0000"/>
                </a:solidFill>
                <a:sym typeface="Times New Roman"/>
              </a:rPr>
              <a:t>МОЖНО СОКРАТИТЬ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C701BA-762E-4A26-BFCA-81EC68DA40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379"/>
          <a:stretch/>
        </p:blipFill>
        <p:spPr>
          <a:xfrm>
            <a:off x="8767848" y="1302818"/>
            <a:ext cx="3076073" cy="476493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D19055F-77EE-4E4D-91C0-8279EB181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59" y="1302817"/>
            <a:ext cx="8317189" cy="476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45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rgbClr val="FF0000"/>
                </a:solidFill>
                <a:sym typeface="Times New Roman"/>
              </a:rPr>
              <a:t>МОЖНО СОКРАТИТЬ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CFDD83-DB38-442C-B42B-E85BC5F5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26" y="1019666"/>
            <a:ext cx="4331798" cy="279513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00C84C-F665-4557-BA42-6EE8B253F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376" y="1019665"/>
            <a:ext cx="4331798" cy="27951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3D200FB-3F8D-4A0D-A573-72DAE2852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339" y="3849972"/>
            <a:ext cx="4743322" cy="279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15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rgbClr val="FF0000"/>
                </a:solidFill>
                <a:sym typeface="Times New Roman"/>
              </a:rPr>
              <a:t>МОЖНО СОКРАТИТЬ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37CE29-109B-4D6B-9A32-E02ADB99F9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96308" y="1059735"/>
            <a:ext cx="6799384" cy="33929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A17AAC-9C49-45A4-A09B-70C40D960AC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96308" y="4391177"/>
            <a:ext cx="6799384" cy="22802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2035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D3DE5D-DE30-46A9-A449-6BD5936928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5" t="15282" r="3115" b="15282"/>
          <a:stretch/>
        </p:blipFill>
        <p:spPr>
          <a:xfrm>
            <a:off x="544912" y="510775"/>
            <a:ext cx="4136816" cy="583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799" y="949584"/>
            <a:ext cx="6540131" cy="58886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Заключение</a:t>
            </a:r>
          </a:p>
        </p:txBody>
      </p:sp>
      <p:sp>
        <p:nvSpPr>
          <p:cNvPr id="10" name="Подзаголовок 13">
            <a:extLst>
              <a:ext uri="{FF2B5EF4-FFF2-40B4-BE49-F238E27FC236}">
                <a16:creationId xmlns:a16="http://schemas.microsoft.com/office/drawing/2014/main" id="{A0D84223-8131-4B5F-8AF8-55B3098375FB}"/>
              </a:ext>
            </a:extLst>
          </p:cNvPr>
          <p:cNvSpPr txBox="1">
            <a:spLocks/>
          </p:cNvSpPr>
          <p:nvPr/>
        </p:nvSpPr>
        <p:spPr>
          <a:xfrm>
            <a:off x="5257800" y="1791904"/>
            <a:ext cx="5658629" cy="27135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В ходе выполнения дипломного проекта была достигнута поставленная цель: разработано веб-приложение для организации чартерных авиаперевозок.</a:t>
            </a:r>
          </a:p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Созданная система обеспечивает удобное взаимодействие пользователей с сервисом, поддерживает основные процессы предоставления чартерных авиауслуг и может быть использована как практический инструмент для автоматизации деятельности в данной сфере.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5066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76756"/>
            <a:ext cx="12192000" cy="1002483"/>
          </a:xfrm>
        </p:spPr>
        <p:txBody>
          <a:bodyPr anchor="ctr"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5400" dirty="0">
                <a:solidFill>
                  <a:schemeClr val="bg1"/>
                </a:solidFill>
                <a:sym typeface="Times New Roman"/>
              </a:rPr>
              <a:t>Спасибо за внимание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023203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2513</TotalTime>
  <Words>346</Words>
  <Application>Microsoft Office PowerPoint</Application>
  <PresentationFormat>Широкоэкранный</PresentationFormat>
  <Paragraphs>93</Paragraphs>
  <Slides>32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Oswald Light</vt:lpstr>
      <vt:lpstr>Тема Office</vt:lpstr>
      <vt:lpstr>РАЗРАБОТКА ВЕБ-ПРИЛОЖЕНИЯ ДЛЯ УПРАВЛЕНИЯ АВИАПАРКОМ И ЗАЯВКАМИ НА ВЫЛЕТ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 Store</dc:title>
  <dc:creator>Дима Сальников</dc:creator>
  <cp:lastModifiedBy>Дима Сальников</cp:lastModifiedBy>
  <cp:revision>132</cp:revision>
  <dcterms:created xsi:type="dcterms:W3CDTF">2025-11-23T15:58:28Z</dcterms:created>
  <dcterms:modified xsi:type="dcterms:W3CDTF">2026-06-14T06:04:24Z</dcterms:modified>
</cp:coreProperties>
</file>