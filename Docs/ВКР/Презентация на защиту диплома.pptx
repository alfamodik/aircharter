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80" r:id="rId5"/>
    <p:sldId id="282" r:id="rId6"/>
    <p:sldId id="283" r:id="rId7"/>
    <p:sldId id="284" r:id="rId8"/>
    <p:sldId id="287" r:id="rId9"/>
    <p:sldId id="1059" r:id="rId10"/>
    <p:sldId id="286" r:id="rId11"/>
    <p:sldId id="289" r:id="rId12"/>
    <p:sldId id="291" r:id="rId13"/>
    <p:sldId id="1060" r:id="rId14"/>
    <p:sldId id="1062" r:id="rId15"/>
    <p:sldId id="1063" r:id="rId16"/>
    <p:sldId id="1065" r:id="rId17"/>
    <p:sldId id="1069" r:id="rId18"/>
    <p:sldId id="1067" r:id="rId19"/>
    <p:sldId id="1070" r:id="rId20"/>
    <p:sldId id="1068" r:id="rId21"/>
    <p:sldId id="1064" r:id="rId22"/>
    <p:sldId id="1071" r:id="rId23"/>
    <p:sldId id="1072" r:id="rId24"/>
    <p:sldId id="1073" r:id="rId25"/>
    <p:sldId id="1074" r:id="rId26"/>
    <p:sldId id="1061" r:id="rId27"/>
    <p:sldId id="292" r:id="rId28"/>
    <p:sldId id="279" r:id="rId2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Дима Сальников" initials="ДС" lastIdx="1" clrIdx="0">
    <p:extLst>
      <p:ext uri="{19B8F6BF-5375-455C-9EA6-DF929625EA0E}">
        <p15:presenceInfo xmlns:p15="http://schemas.microsoft.com/office/powerpoint/2012/main" userId="9a28beae694dc97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1DAFB"/>
    <a:srgbClr val="5DAEFF"/>
    <a:srgbClr val="5B9BD5"/>
    <a:srgbClr val="93E3FF"/>
    <a:srgbClr val="542ED5"/>
    <a:srgbClr val="1C2F4B"/>
    <a:srgbClr val="5530D5"/>
    <a:srgbClr val="917AE5"/>
    <a:srgbClr val="8267E1"/>
    <a:srgbClr val="3765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5503" autoAdjust="0"/>
  </p:normalViewPr>
  <p:slideViewPr>
    <p:cSldViewPr snapToGrid="0">
      <p:cViewPr varScale="1">
        <p:scale>
          <a:sx n="87" d="100"/>
          <a:sy n="87" d="100"/>
        </p:scale>
        <p:origin x="499" y="67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EE9A52-D453-43FE-AD6A-4756C85E3FA8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0B467C-78F7-4C3E-88D1-7AF2FA3034C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027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A2D108-47F5-4EC9-9B7D-E61A2219B11C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38073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39FFB5-6956-4C7C-B6D9-9D1886F981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2FCA6AA-C20E-40C9-BCE1-25B9CC6C12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42AE8CB-0E09-4951-868C-E88903BFD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3A26A-893A-4197-AF05-41210A67A90F}" type="datetime1">
              <a:rPr lang="ru-RU" smtClean="0"/>
              <a:t>12.06.2026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293DB73-F9E6-4004-813B-22A65B6AA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E045086-84C5-4566-AB6B-D9454E819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304DE2-9BD2-48D2-B18F-6D2531E8AD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58240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F64128-B92D-4F36-9DE2-D1D799708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E37402B-207F-45CE-AF85-6FCB0D66A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7742193-D538-44E7-BA79-89C1B97BE2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74FBA-61DA-4514-A97A-1D66D30167CB}" type="datetime1">
              <a:rPr lang="ru-RU" smtClean="0"/>
              <a:t>12.06.2026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0700CD9-45BA-4BCE-A119-589B99889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C65839D-2A2A-414C-B367-E1005EDDE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304DE2-9BD2-48D2-B18F-6D2531E8AD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8260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6DE6D7-63D4-47D1-B00B-B3A5A315E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98560D4-C023-4387-BB91-89DBAEBAA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B9B7358-6509-4B73-9A63-D03A06D89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88ED73-D9F7-42D7-9E30-AC8FA01813A3}" type="datetime1">
              <a:rPr lang="ru-RU" smtClean="0"/>
              <a:t>12.06.2026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508709C-4C0E-414D-A1DD-DC48C3C11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5EE73AD-91E0-4E1D-A49E-87FDC717EE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304DE2-9BD2-48D2-B18F-6D2531E8AD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26048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97513D-0EF2-4C07-AD7D-1A72B12952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8D3B459-AFD8-4BB5-882A-D5BB84B524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9FD0141-FC9D-4682-B8A5-064EABE086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7FFA716-B156-4326-BE7E-0784845D4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45E6C-7BF2-4FED-A667-6E3B04395574}" type="datetime1">
              <a:rPr lang="ru-RU" smtClean="0"/>
              <a:t>12.06.2026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691A67D-E95B-471C-9A8F-914AAE80C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B489C16-F8A4-442D-A81A-507490647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304DE2-9BD2-48D2-B18F-6D2531E8AD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40765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B2C613D-C8CD-47EB-BEF1-8490249EC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5613E22-7851-4CD7-8CA4-33F8047FB2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C1D2F5E-20BA-4160-9918-3F659CE733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C502A65-AFC0-4E87-BA16-6B8A99267E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9C8AC8D-59D4-4695-9485-F10C406E7B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1C8CEE49-A22C-4B09-B8BC-868AD46CC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15DD9-7E31-4189-8723-19F3570D9CC2}" type="datetime1">
              <a:rPr lang="ru-RU" smtClean="0"/>
              <a:t>12.06.2026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3C428B13-ED14-4658-AD30-470A9A026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4F1C60B1-318F-46FB-AE34-D30DD80B2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304DE2-9BD2-48D2-B18F-6D2531E8AD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92553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05CA30-57D2-429B-8C41-F61B89805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0198E54-548E-4BB3-AFCC-B5B58F210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8D4B9-5A30-4693-99EC-7D51BFAF9D3B}" type="datetime1">
              <a:rPr lang="ru-RU" smtClean="0"/>
              <a:t>12.06.2026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DA2380E-0477-40FF-93E1-D3E3C8515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E0F5822-40C2-41D3-A0DB-5757EA313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304DE2-9BD2-48D2-B18F-6D2531E8AD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21279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F1EFD9DA-8630-4AC7-B4B9-497BBFE9D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3717D-A743-4D6F-B8BE-CE6207A6C7BC}" type="datetime1">
              <a:rPr lang="ru-RU" smtClean="0"/>
              <a:t>12.06.2026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F5CF7D6-36C3-49ED-B13B-A49E206FF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9A2C390-E043-4EE0-BDC7-BF2848F21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304DE2-9BD2-48D2-B18F-6D2531E8AD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80289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D01370-F277-40BD-B003-203CEFE694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5906A36-07BF-4EED-8567-5399C5ECD4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9C6E1B8-0DBE-47DA-BD17-1FFADD2B4F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B21D004-5291-491B-BF59-2A006927A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D6E74-6424-4AA5-B270-7304F08F34F3}" type="datetime1">
              <a:rPr lang="ru-RU" smtClean="0"/>
              <a:t>12.06.2026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613F854-9794-4997-833E-070B39B06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C5203F2-948F-4850-B814-08E130956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304DE2-9BD2-48D2-B18F-6D2531E8AD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68668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0A3EF3F-9964-40AC-8680-BD3A2BACD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13F913CE-ACB9-4E08-89CD-87B067CC3E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5CD1C79-9A78-40CB-BCB3-FF5FD1E7E0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2CA7C4F-34F9-40AB-BFB7-B3F2DD242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8032E-FC12-470A-96FC-9898715BE179}" type="datetime1">
              <a:rPr lang="ru-RU" smtClean="0"/>
              <a:t>12.06.2026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691D7D9-8E7F-4E48-AC8B-08D8BB53C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6A15FEC-B8BB-4B43-9D78-46C15E77E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304DE2-9BD2-48D2-B18F-6D2531E8AD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4173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C87E61-836B-4E9A-A34B-081F9C44E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470C3D3-A650-4302-BE1E-BCC745FC6F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ED56EB3-394C-4BEA-912E-28CE246B4A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2ADCE-81B8-4162-90AD-263ECE441B2F}" type="datetime1">
              <a:rPr lang="ru-RU" smtClean="0"/>
              <a:t>12.06.2026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5272EC9-DECA-4257-BA70-3FE8FE949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2FF52C7-68C8-46EF-93CC-A2302EC38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304DE2-9BD2-48D2-B18F-6D2531E8AD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07762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539B57C-C502-4BD5-BF4F-B76F9E0BF3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E24B115-AB86-425C-88CF-5208DE2D36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F5006A2-4FBF-4A41-A4CD-E2484D8C7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D4369-1F87-41F6-A869-3B3C1D955091}" type="datetime1">
              <a:rPr lang="ru-RU" smtClean="0"/>
              <a:t>12.06.2026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AA8A6F-8006-4F5A-A84B-52ADF0F36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A17F54-9E9B-4955-8E92-451665245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304DE2-9BD2-48D2-B18F-6D2531E8AD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9946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9">
            <a:extLst>
              <a:ext uri="{FF2B5EF4-FFF2-40B4-BE49-F238E27FC236}">
                <a16:creationId xmlns:a16="http://schemas.microsoft.com/office/drawing/2014/main" id="{6D9672F9-D3F0-49A0-A560-790BBA201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210" y="340562"/>
            <a:ext cx="11409878" cy="701731"/>
          </a:xfrm>
          <a:prstGeom prst="rect">
            <a:avLst/>
          </a:prstGeom>
        </p:spPr>
        <p:txBody>
          <a:bodyPr wrap="square">
            <a:spAutoFit/>
          </a:bodyPr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Заголовок 2">
            <a:extLst>
              <a:ext uri="{FF2B5EF4-FFF2-40B4-BE49-F238E27FC236}">
                <a16:creationId xmlns:a16="http://schemas.microsoft.com/office/drawing/2014/main" id="{63625772-4B94-463A-AF84-929C60827F5D}"/>
              </a:ext>
            </a:extLst>
          </p:cNvPr>
          <p:cNvSpPr txBox="1">
            <a:spLocks/>
          </p:cNvSpPr>
          <p:nvPr userDrawn="1"/>
        </p:nvSpPr>
        <p:spPr>
          <a:xfrm>
            <a:off x="348003" y="6301366"/>
            <a:ext cx="3918857" cy="263149"/>
          </a:xfrm>
          <a:prstGeom prst="rect">
            <a:avLst/>
          </a:prstGeom>
        </p:spPr>
        <p:txBody>
          <a:bodyPr wrap="square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i="0" kern="1200">
                <a:solidFill>
                  <a:schemeClr val="tx1"/>
                </a:solidFill>
                <a:latin typeface="VTB Group Cond" panose="020B0506050504020204" pitchFamily="34" charset="0"/>
                <a:ea typeface="VTB Group Cond" panose="020B0506050504020204" pitchFamily="34" charset="0"/>
                <a:cs typeface="+mj-cs"/>
              </a:defRPr>
            </a:lvl1pPr>
          </a:lstStyle>
          <a:p>
            <a:pPr algn="l"/>
            <a:r>
              <a:rPr lang="en-US" sz="1200" b="0" dirty="0">
                <a:solidFill>
                  <a:schemeClr val="bg1"/>
                </a:solidFill>
                <a:latin typeface="Oswald Light" pitchFamily="2" charset="-52"/>
                <a:ea typeface="VTB Group Cond Book" panose="020B0506050504020204" pitchFamily="34" charset="0"/>
              </a:rPr>
              <a:t>Digital IT pitch-deck PowerPoint bundle</a:t>
            </a:r>
            <a:endParaRPr lang="ru-RU" sz="1200" b="0" dirty="0">
              <a:solidFill>
                <a:schemeClr val="bg1"/>
              </a:solidFill>
              <a:latin typeface="Oswald Light" pitchFamily="2" charset="-52"/>
              <a:ea typeface="VTB Group Cond Book" panose="020B050605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9030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79">
          <p15:clr>
            <a:srgbClr val="FBAE40"/>
          </p15:clr>
        </p15:guide>
        <p15:guide id="4" pos="7401">
          <p15:clr>
            <a:srgbClr val="FBAE40"/>
          </p15:clr>
        </p15:guide>
        <p15:guide id="5" orient="horz" pos="323">
          <p15:clr>
            <a:srgbClr val="FBAE40"/>
          </p15:clr>
        </p15:guide>
        <p15:guide id="6" orient="horz" pos="4065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153660"/>
            </a:gs>
            <a:gs pos="100000">
              <a:srgbClr val="000000"/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7641C4-A847-423C-A273-DFA3F72E4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9DD833B-B2E8-4D34-B043-727796675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11BDB28-52C6-45FB-B3CD-060AFFDD3D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D84D2E-B4E2-4068-895D-3F535F3F43C4}" type="datetime1">
              <a:rPr lang="ru-RU" smtClean="0"/>
              <a:t>12.06.2026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A238DFB-487C-4F67-A655-59DED0C87B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45D0F6F-D775-4584-8DAB-6AC029F8B5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304DE2-9BD2-48D2-B18F-6D2531E8AD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36864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9A5C75-D720-40BC-B3B1-E045B363F0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1292" y="2197915"/>
            <a:ext cx="10269416" cy="1719743"/>
          </a:xfrm>
        </p:spPr>
        <p:txBody>
          <a:bodyPr anchor="ctr">
            <a:noAutofit/>
          </a:bodyPr>
          <a:lstStyle/>
          <a:p>
            <a:r>
              <a:rPr lang="ru-RU" sz="3200" b="1" dirty="0">
                <a:solidFill>
                  <a:schemeClr val="bg1"/>
                </a:solidFill>
              </a:rPr>
              <a:t>РАЗРАБОТКА ВЕБ-ПРИЛОЖЕНИЯ ДЛЯ УПРАВЛЕНИЯ АВИАПАРКОМ И ЗАЯВКАМИ НА ВЫЛЕТ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6128"/>
            <a:ext cx="9144000" cy="843379"/>
          </a:xfrm>
        </p:spPr>
        <p:txBody>
          <a:bodyPr>
            <a:normAutofit fontScale="62500" lnSpcReduction="20000"/>
          </a:bodyPr>
          <a:lstStyle/>
          <a:p>
            <a:r>
              <a:rPr lang="ru-RU" dirty="0">
                <a:solidFill>
                  <a:schemeClr val="bg1"/>
                </a:solidFill>
                <a:latin typeface="+mj-lt"/>
              </a:rPr>
              <a:t>Министерство просвещения Республики Башкортостан </a:t>
            </a:r>
          </a:p>
          <a:p>
            <a:r>
              <a:rPr lang="ru-RU" dirty="0">
                <a:solidFill>
                  <a:schemeClr val="bg1"/>
                </a:solidFill>
                <a:latin typeface="+mj-lt"/>
              </a:rPr>
              <a:t>Государственное автономное профессиональное образовательное учреждение  </a:t>
            </a:r>
          </a:p>
          <a:p>
            <a:r>
              <a:rPr lang="ru-RU" dirty="0">
                <a:solidFill>
                  <a:schemeClr val="bg1"/>
                </a:solidFill>
                <a:latin typeface="+mj-lt"/>
              </a:rPr>
              <a:t>Уфимский колледж статистики, информатики и вычислительной техники </a:t>
            </a:r>
          </a:p>
        </p:txBody>
      </p:sp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9BF00F71-D541-44C6-A509-659F441F3761}"/>
              </a:ext>
            </a:extLst>
          </p:cNvPr>
          <p:cNvSpPr txBox="1">
            <a:spLocks/>
          </p:cNvSpPr>
          <p:nvPr/>
        </p:nvSpPr>
        <p:spPr>
          <a:xfrm>
            <a:off x="9026554" y="4068661"/>
            <a:ext cx="3165446" cy="203013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>
                <a:solidFill>
                  <a:srgbClr val="FFFFFF"/>
                </a:solidFill>
                <a:latin typeface="+mj-lt"/>
                <a:ea typeface="Times New Roman"/>
                <a:cs typeface="Times New Roman"/>
                <a:sym typeface="Times New Roman"/>
              </a:rPr>
              <a:t>Выпускник гр. 22П-1           </a:t>
            </a:r>
          </a:p>
          <a:p>
            <a:pPr algn="l"/>
            <a:r>
              <a:rPr lang="ru-RU" sz="1600" dirty="0">
                <a:solidFill>
                  <a:schemeClr val="bg1"/>
                </a:solidFill>
                <a:latin typeface="+mj-lt"/>
              </a:rPr>
              <a:t>_____________Д.А. Сальников  </a:t>
            </a:r>
          </a:p>
          <a:p>
            <a:pPr algn="l"/>
            <a:endParaRPr lang="en-US" sz="1600" dirty="0">
              <a:solidFill>
                <a:schemeClr val="bg1"/>
              </a:solidFill>
              <a:latin typeface="+mj-lt"/>
            </a:endParaRPr>
          </a:p>
          <a:p>
            <a:pPr algn="l"/>
            <a:r>
              <a:rPr lang="ru-RU" sz="1600" dirty="0">
                <a:solidFill>
                  <a:srgbClr val="FFFFFF"/>
                </a:solidFill>
                <a:latin typeface="+mj-lt"/>
                <a:ea typeface="Times New Roman"/>
                <a:cs typeface="Times New Roman"/>
                <a:sym typeface="Times New Roman"/>
              </a:rPr>
              <a:t>Руководитель</a:t>
            </a:r>
          </a:p>
          <a:p>
            <a:pPr algn="l"/>
            <a:r>
              <a:rPr lang="ru-RU" sz="1600" dirty="0">
                <a:solidFill>
                  <a:srgbClr val="FFFFFF"/>
                </a:solidFill>
                <a:latin typeface="+mj-lt"/>
                <a:ea typeface="Times New Roman"/>
                <a:cs typeface="Times New Roman"/>
                <a:sym typeface="Times New Roman"/>
              </a:rPr>
              <a:t>_____________З.Р. Шагибалова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879F7A6B-8100-4AD6-8428-A2014FB56B57}"/>
              </a:ext>
            </a:extLst>
          </p:cNvPr>
          <p:cNvSpPr txBox="1">
            <a:spLocks/>
          </p:cNvSpPr>
          <p:nvPr/>
        </p:nvSpPr>
        <p:spPr>
          <a:xfrm>
            <a:off x="4750964" y="6098796"/>
            <a:ext cx="2690072" cy="333075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800" dirty="0">
                <a:solidFill>
                  <a:srgbClr val="FFFFFF"/>
                </a:solidFill>
                <a:ea typeface="Times New Roman"/>
                <a:cs typeface="Times New Roman"/>
                <a:sym typeface="Times New Roman"/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24571766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57799" y="949584"/>
            <a:ext cx="6540131" cy="588866"/>
          </a:xfrm>
        </p:spPr>
        <p:txBody>
          <a:bodyPr>
            <a:noAutofit/>
          </a:bodyPr>
          <a:lstStyle/>
          <a:p>
            <a:pPr algn="l"/>
            <a:r>
              <a:rPr lang="ru-RU" sz="4000" b="1" dirty="0">
                <a:solidFill>
                  <a:schemeClr val="bg1"/>
                </a:solidFill>
                <a:latin typeface="+mj-lt"/>
              </a:rPr>
              <a:t>Цель и задачи проекта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797A007-3584-4AC4-8DB1-8DF139E9A51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0612"/>
          <a:stretch/>
        </p:blipFill>
        <p:spPr>
          <a:xfrm>
            <a:off x="544912" y="510775"/>
            <a:ext cx="4136816" cy="58364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0" endPos="28000" dist="5000" dir="5400000" sy="-100000" algn="bl" rotWithShape="0"/>
          </a:effectLst>
        </p:spPr>
      </p:pic>
      <p:sp>
        <p:nvSpPr>
          <p:cNvPr id="10" name="Подзаголовок 13">
            <a:extLst>
              <a:ext uri="{FF2B5EF4-FFF2-40B4-BE49-F238E27FC236}">
                <a16:creationId xmlns:a16="http://schemas.microsoft.com/office/drawing/2014/main" id="{A0D84223-8131-4B5F-8AF8-55B3098375FB}"/>
              </a:ext>
            </a:extLst>
          </p:cNvPr>
          <p:cNvSpPr txBox="1">
            <a:spLocks/>
          </p:cNvSpPr>
          <p:nvPr/>
        </p:nvSpPr>
        <p:spPr>
          <a:xfrm>
            <a:off x="5257800" y="1791904"/>
            <a:ext cx="5658629" cy="840230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360000" algn="l"/>
            <a:r>
              <a:rPr lang="ru-RU" sz="1800" dirty="0">
                <a:solidFill>
                  <a:schemeClr val="bg1"/>
                </a:solidFill>
              </a:rPr>
              <a:t>Целью проекта является создание веб-приложения для полного цикла управления чартерными рейсами, включая управление авиапарком и заявками на вылет.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95FE2CC-BFB8-4477-B25E-0601AC188122}"/>
              </a:ext>
            </a:extLst>
          </p:cNvPr>
          <p:cNvSpPr txBox="1"/>
          <p:nvPr/>
        </p:nvSpPr>
        <p:spPr>
          <a:xfrm>
            <a:off x="11496245" y="6162559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6" name="Подзаголовок 13">
            <a:extLst>
              <a:ext uri="{FF2B5EF4-FFF2-40B4-BE49-F238E27FC236}">
                <a16:creationId xmlns:a16="http://schemas.microsoft.com/office/drawing/2014/main" id="{DE5299BF-BB48-4FC7-8ADA-D6AE25F1E95E}"/>
              </a:ext>
            </a:extLst>
          </p:cNvPr>
          <p:cNvSpPr txBox="1">
            <a:spLocks/>
          </p:cNvSpPr>
          <p:nvPr/>
        </p:nvSpPr>
        <p:spPr>
          <a:xfrm>
            <a:off x="5257799" y="2801698"/>
            <a:ext cx="5658629" cy="2606867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360000" algn="l"/>
            <a:r>
              <a:rPr lang="ru-RU" sz="1800" dirty="0">
                <a:solidFill>
                  <a:schemeClr val="bg1"/>
                </a:solidFill>
              </a:rPr>
              <a:t>Задачи: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800" dirty="0">
                <a:solidFill>
                  <a:schemeClr val="bg1"/>
                </a:solidFill>
              </a:rPr>
              <a:t>анализ предметной области;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800" dirty="0">
                <a:solidFill>
                  <a:schemeClr val="bg1"/>
                </a:solidFill>
              </a:rPr>
              <a:t>определение основных требований к системе;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800" dirty="0">
                <a:solidFill>
                  <a:schemeClr val="bg1"/>
                </a:solidFill>
              </a:rPr>
              <a:t>проектирование структуры базы данных;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800" dirty="0">
                <a:solidFill>
                  <a:schemeClr val="bg1"/>
                </a:solidFill>
              </a:rPr>
              <a:t>разработка серверной части приложения;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800" dirty="0">
                <a:solidFill>
                  <a:schemeClr val="bg1"/>
                </a:solidFill>
              </a:rPr>
              <a:t>разработка веб-приложения;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800" dirty="0">
                <a:solidFill>
                  <a:schemeClr val="bg1"/>
                </a:solidFill>
              </a:rPr>
              <a:t>подготовка документации.</a:t>
            </a:r>
          </a:p>
        </p:txBody>
      </p:sp>
    </p:spTree>
    <p:extLst>
      <p:ext uri="{BB962C8B-B14F-4D97-AF65-F5344CB8AC3E}">
        <p14:creationId xmlns:p14="http://schemas.microsoft.com/office/powerpoint/2010/main" val="3483160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+mj-lt"/>
              </a:rPr>
              <a:t>Диаграмма прецедентов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96245" y="6162559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3</a:t>
            </a: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6178953F-4A12-4B75-92C7-07DE4CB90C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053" y="1226618"/>
            <a:ext cx="10291894" cy="5305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7518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57799" y="949583"/>
            <a:ext cx="7074018" cy="1139275"/>
          </a:xfrm>
        </p:spPr>
        <p:txBody>
          <a:bodyPr>
            <a:noAutofit/>
          </a:bodyPr>
          <a:lstStyle/>
          <a:p>
            <a:pPr algn="l"/>
            <a:r>
              <a:rPr lang="ru-RU" sz="3600" b="1" dirty="0">
                <a:solidFill>
                  <a:schemeClr val="bg1"/>
                </a:solidFill>
                <a:latin typeface="+mj-lt"/>
              </a:rPr>
              <a:t>Описание входных данных, описание выходных документов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797A007-3584-4AC4-8DB1-8DF139E9A51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2" t="218" r="243" b="20395"/>
          <a:stretch/>
        </p:blipFill>
        <p:spPr>
          <a:xfrm>
            <a:off x="544912" y="510775"/>
            <a:ext cx="4136816" cy="58364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0" endPos="28000" dist="5000" dir="5400000" sy="-100000" algn="bl" rotWithShape="0"/>
          </a:effectLst>
        </p:spPr>
      </p:pic>
      <p:sp>
        <p:nvSpPr>
          <p:cNvPr id="10" name="Подзаголовок 13">
            <a:extLst>
              <a:ext uri="{FF2B5EF4-FFF2-40B4-BE49-F238E27FC236}">
                <a16:creationId xmlns:a16="http://schemas.microsoft.com/office/drawing/2014/main" id="{A0D84223-8131-4B5F-8AF8-55B3098375FB}"/>
              </a:ext>
            </a:extLst>
          </p:cNvPr>
          <p:cNvSpPr txBox="1">
            <a:spLocks/>
          </p:cNvSpPr>
          <p:nvPr/>
        </p:nvSpPr>
        <p:spPr>
          <a:xfrm>
            <a:off x="5257799" y="2286854"/>
            <a:ext cx="5658629" cy="1965666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360000" algn="l"/>
            <a:r>
              <a:rPr lang="ru-RU" sz="1800" dirty="0">
                <a:solidFill>
                  <a:schemeClr val="bg1"/>
                </a:solidFill>
              </a:rPr>
              <a:t>Входными данными являются данные о физических лицах, пользователях, авиакомпаниях, самолётах и вылетах.</a:t>
            </a:r>
          </a:p>
          <a:p>
            <a:pPr indent="360000" algn="l"/>
            <a:r>
              <a:rPr lang="ru-RU" sz="1800" dirty="0">
                <a:solidFill>
                  <a:schemeClr val="bg1"/>
                </a:solidFill>
              </a:rPr>
              <a:t>Выходными документами являются договор оказания услуг, информирующее сообщение о регистрации рабочего аккаунта и сообщение с кодом подтверждения почты.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95FE2CC-BFB8-4477-B25E-0601AC188122}"/>
              </a:ext>
            </a:extLst>
          </p:cNvPr>
          <p:cNvSpPr txBox="1"/>
          <p:nvPr/>
        </p:nvSpPr>
        <p:spPr>
          <a:xfrm>
            <a:off x="11496245" y="6162559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9037609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" y="326109"/>
            <a:ext cx="12192000" cy="688959"/>
          </a:xfrm>
        </p:spPr>
        <p:txBody>
          <a:bodyPr>
            <a:noAutofit/>
          </a:bodyPr>
          <a:lstStyle/>
          <a:p>
            <a:r>
              <a:rPr lang="ru-RU" sz="3600" b="1" dirty="0">
                <a:solidFill>
                  <a:schemeClr val="bg1"/>
                </a:solidFill>
                <a:latin typeface="+mj-lt"/>
              </a:rPr>
              <a:t>Шаблон договора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95FE2CC-BFB8-4477-B25E-0601AC188122}"/>
              </a:ext>
            </a:extLst>
          </p:cNvPr>
          <p:cNvSpPr txBox="1"/>
          <p:nvPr/>
        </p:nvSpPr>
        <p:spPr>
          <a:xfrm>
            <a:off x="11496245" y="6162559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5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5C3C628-248E-4F01-83D5-226052303C55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9513" y="954508"/>
            <a:ext cx="4082595" cy="57790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8E2F8EE-D926-47A0-8BB4-283DA167CBE1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9893" y="954509"/>
            <a:ext cx="4081278" cy="57790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419204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" y="326109"/>
            <a:ext cx="12192000" cy="688959"/>
          </a:xfrm>
        </p:spPr>
        <p:txBody>
          <a:bodyPr>
            <a:noAutofit/>
          </a:bodyPr>
          <a:lstStyle/>
          <a:p>
            <a:r>
              <a:rPr lang="ru-RU" sz="3600" b="1" dirty="0">
                <a:solidFill>
                  <a:schemeClr val="bg1"/>
                </a:solidFill>
                <a:latin typeface="+mj-lt"/>
              </a:rPr>
              <a:t>Шаблон договора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95FE2CC-BFB8-4477-B25E-0601AC188122}"/>
              </a:ext>
            </a:extLst>
          </p:cNvPr>
          <p:cNvSpPr txBox="1"/>
          <p:nvPr/>
        </p:nvSpPr>
        <p:spPr>
          <a:xfrm>
            <a:off x="11496245" y="6162559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6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6380383-3EE8-4215-ADB3-DF92C3E9B216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0830" y="954508"/>
            <a:ext cx="4081280" cy="57791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ADCF587-D28E-488C-9197-97C09C096670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9890" y="956317"/>
            <a:ext cx="4081279" cy="57773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261033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" y="326109"/>
            <a:ext cx="12192000" cy="688959"/>
          </a:xfrm>
        </p:spPr>
        <p:txBody>
          <a:bodyPr>
            <a:noAutofit/>
          </a:bodyPr>
          <a:lstStyle/>
          <a:p>
            <a:r>
              <a:rPr lang="ru-RU" sz="3600" b="1" dirty="0">
                <a:solidFill>
                  <a:schemeClr val="bg1"/>
                </a:solidFill>
                <a:latin typeface="+mj-lt"/>
              </a:rPr>
              <a:t>Шаблон договора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95FE2CC-BFB8-4477-B25E-0601AC188122}"/>
              </a:ext>
            </a:extLst>
          </p:cNvPr>
          <p:cNvSpPr txBox="1"/>
          <p:nvPr/>
        </p:nvSpPr>
        <p:spPr>
          <a:xfrm>
            <a:off x="11496245" y="6162559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7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EE17F54-15F8-421D-A741-63A947BF391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2947419" y="1115872"/>
            <a:ext cx="6297161" cy="3166549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2528618-A9B4-4E36-A0F5-8205F7D8C838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941364" y="4504888"/>
            <a:ext cx="6297161" cy="176075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339833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r>
              <a:rPr lang="ru-RU" sz="4000" b="1" dirty="0">
                <a:solidFill>
                  <a:schemeClr val="bg1"/>
                </a:solidFill>
                <a:latin typeface="+mj-lt"/>
              </a:rPr>
              <a:t>Схема отношений базы данных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96245" y="6162559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8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968B833-179F-48ED-932B-8170316A37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92413" y="1162822"/>
            <a:ext cx="10807175" cy="542074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166667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Oval 2">
            <a:extLst>
              <a:ext uri="{FF2B5EF4-FFF2-40B4-BE49-F238E27FC236}">
                <a16:creationId xmlns:a16="http://schemas.microsoft.com/office/drawing/2014/main" id="{D0BDE774-84AE-48B8-94BB-C38CAA26B1F5}"/>
              </a:ext>
            </a:extLst>
          </p:cNvPr>
          <p:cNvSpPr/>
          <p:nvPr/>
        </p:nvSpPr>
        <p:spPr>
          <a:xfrm>
            <a:off x="3962162" y="1677922"/>
            <a:ext cx="4150706" cy="4150704"/>
          </a:xfrm>
          <a:prstGeom prst="ellipse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>
            <a:glow>
              <a:schemeClr val="bg1"/>
            </a:glow>
            <a:outerShdw blurRad="1270000" sx="102000" sy="102000" algn="ctr" rotWithShape="0">
              <a:srgbClr val="367CFF">
                <a:alpha val="13000"/>
              </a:srgbClr>
            </a:outerShdw>
            <a:softEdge rad="0"/>
          </a:effectLst>
        </p:spPr>
        <p:txBody>
          <a:bodyPr rtlCol="0" anchor="ctr"/>
          <a:lstStyle/>
          <a:p>
            <a:pPr algn="ctr" defTabSz="914400"/>
            <a:endParaRPr lang="ru-RU" sz="450" kern="0" dirty="0">
              <a:solidFill>
                <a:srgbClr val="FFFFFF"/>
              </a:solidFill>
              <a:latin typeface="Oswald Light" pitchFamily="2" charset="-52"/>
            </a:endParaRPr>
          </a:p>
        </p:txBody>
      </p:sp>
      <p:sp>
        <p:nvSpPr>
          <p:cNvPr id="3" name="Oval 1">
            <a:extLst>
              <a:ext uri="{FF2B5EF4-FFF2-40B4-BE49-F238E27FC236}">
                <a16:creationId xmlns:a16="http://schemas.microsoft.com/office/drawing/2014/main" id="{2F2725C2-ECCB-2AAE-9CEC-537C46ED3287}"/>
              </a:ext>
            </a:extLst>
          </p:cNvPr>
          <p:cNvSpPr/>
          <p:nvPr/>
        </p:nvSpPr>
        <p:spPr>
          <a:xfrm>
            <a:off x="4214834" y="1926077"/>
            <a:ext cx="3645362" cy="3645360"/>
          </a:xfrm>
          <a:prstGeom prst="ellipse">
            <a:avLst/>
          </a:prstGeom>
          <a:solidFill>
            <a:srgbClr val="61DAFB"/>
          </a:solidFill>
          <a:ln w="12700" cap="flat" cmpd="sng" algn="ctr">
            <a:noFill/>
            <a:prstDash val="solid"/>
            <a:miter lim="800000"/>
          </a:ln>
          <a:effectLst>
            <a:outerShdw blurRad="1079500" sx="113000" sy="113000" algn="ctr" rotWithShape="0">
              <a:schemeClr val="accent2">
                <a:lumMod val="50000"/>
                <a:alpha val="43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 lang="ru-RU" sz="3000" dirty="0">
              <a:solidFill>
                <a:schemeClr val="tx2"/>
              </a:solidFill>
              <a:cs typeface="Poppins SemiBold" panose="00000700000000000000" pitchFamily="2" charset="0"/>
            </a:endParaRPr>
          </a:p>
        </p:txBody>
      </p:sp>
      <p:sp>
        <p:nvSpPr>
          <p:cNvPr id="125" name="Freeform 13">
            <a:extLst>
              <a:ext uri="{FF2B5EF4-FFF2-40B4-BE49-F238E27FC236}">
                <a16:creationId xmlns:a16="http://schemas.microsoft.com/office/drawing/2014/main" id="{F16CEC30-F3D7-473C-964C-060A1379F542}"/>
              </a:ext>
            </a:extLst>
          </p:cNvPr>
          <p:cNvSpPr>
            <a:spLocks noEditPoints="1"/>
          </p:cNvSpPr>
          <p:nvPr/>
        </p:nvSpPr>
        <p:spPr bwMode="auto">
          <a:xfrm>
            <a:off x="4054694" y="1762101"/>
            <a:ext cx="3951170" cy="3956440"/>
          </a:xfrm>
          <a:custGeom>
            <a:avLst/>
            <a:gdLst>
              <a:gd name="T0" fmla="*/ 733 w 1499"/>
              <a:gd name="T1" fmla="*/ 1483 h 1500"/>
              <a:gd name="T2" fmla="*/ 638 w 1499"/>
              <a:gd name="T3" fmla="*/ 1492 h 1500"/>
              <a:gd name="T4" fmla="*/ 639 w 1499"/>
              <a:gd name="T5" fmla="*/ 1475 h 1500"/>
              <a:gd name="T6" fmla="*/ 592 w 1499"/>
              <a:gd name="T7" fmla="*/ 1483 h 1500"/>
              <a:gd name="T8" fmla="*/ 601 w 1499"/>
              <a:gd name="T9" fmla="*/ 1470 h 1500"/>
              <a:gd name="T10" fmla="*/ 949 w 1499"/>
              <a:gd name="T11" fmla="*/ 1456 h 1500"/>
              <a:gd name="T12" fmla="*/ 952 w 1499"/>
              <a:gd name="T13" fmla="*/ 1472 h 1500"/>
              <a:gd name="T14" fmla="*/ 300 w 1499"/>
              <a:gd name="T15" fmla="*/ 1340 h 1500"/>
              <a:gd name="T16" fmla="*/ 1037 w 1499"/>
              <a:gd name="T17" fmla="*/ 1442 h 1500"/>
              <a:gd name="T18" fmla="*/ 1078 w 1499"/>
              <a:gd name="T19" fmla="*/ 1423 h 1500"/>
              <a:gd name="T20" fmla="*/ 1271 w 1499"/>
              <a:gd name="T21" fmla="*/ 1286 h 1500"/>
              <a:gd name="T22" fmla="*/ 272 w 1499"/>
              <a:gd name="T23" fmla="*/ 1325 h 1500"/>
              <a:gd name="T24" fmla="*/ 272 w 1499"/>
              <a:gd name="T25" fmla="*/ 1325 h 1500"/>
              <a:gd name="T26" fmla="*/ 201 w 1499"/>
              <a:gd name="T27" fmla="*/ 1248 h 1500"/>
              <a:gd name="T28" fmla="*/ 238 w 1499"/>
              <a:gd name="T29" fmla="*/ 1295 h 1500"/>
              <a:gd name="T30" fmla="*/ 1330 w 1499"/>
              <a:gd name="T31" fmla="*/ 1212 h 1500"/>
              <a:gd name="T32" fmla="*/ 170 w 1499"/>
              <a:gd name="T33" fmla="*/ 1226 h 1500"/>
              <a:gd name="T34" fmla="*/ 71 w 1499"/>
              <a:gd name="T35" fmla="*/ 1027 h 1500"/>
              <a:gd name="T36" fmla="*/ 1345 w 1499"/>
              <a:gd name="T37" fmla="*/ 1178 h 1500"/>
              <a:gd name="T38" fmla="*/ 1377 w 1499"/>
              <a:gd name="T39" fmla="*/ 1154 h 1500"/>
              <a:gd name="T40" fmla="*/ 1475 w 1499"/>
              <a:gd name="T41" fmla="*/ 941 h 1500"/>
              <a:gd name="T42" fmla="*/ 38 w 1499"/>
              <a:gd name="T43" fmla="*/ 980 h 1500"/>
              <a:gd name="T44" fmla="*/ 46 w 1499"/>
              <a:gd name="T45" fmla="*/ 993 h 1500"/>
              <a:gd name="T46" fmla="*/ 31 w 1499"/>
              <a:gd name="T47" fmla="*/ 895 h 1500"/>
              <a:gd name="T48" fmla="*/ 1470 w 1499"/>
              <a:gd name="T49" fmla="*/ 900 h 1500"/>
              <a:gd name="T50" fmla="*/ 1486 w 1499"/>
              <a:gd name="T51" fmla="*/ 897 h 1500"/>
              <a:gd name="T52" fmla="*/ 10 w 1499"/>
              <a:gd name="T53" fmla="*/ 625 h 1500"/>
              <a:gd name="T54" fmla="*/ 15 w 1499"/>
              <a:gd name="T55" fmla="*/ 861 h 1500"/>
              <a:gd name="T56" fmla="*/ 1498 w 1499"/>
              <a:gd name="T57" fmla="*/ 806 h 1500"/>
              <a:gd name="T58" fmla="*/ 1486 w 1499"/>
              <a:gd name="T59" fmla="*/ 663 h 1500"/>
              <a:gd name="T60" fmla="*/ 1473 w 1499"/>
              <a:gd name="T61" fmla="*/ 628 h 1500"/>
              <a:gd name="T62" fmla="*/ 1481 w 1499"/>
              <a:gd name="T63" fmla="*/ 635 h 1500"/>
              <a:gd name="T64" fmla="*/ 29 w 1499"/>
              <a:gd name="T65" fmla="*/ 574 h 1500"/>
              <a:gd name="T66" fmla="*/ 1381 w 1499"/>
              <a:gd name="T67" fmla="*/ 377 h 1500"/>
              <a:gd name="T68" fmla="*/ 1474 w 1499"/>
              <a:gd name="T69" fmla="*/ 590 h 1500"/>
              <a:gd name="T70" fmla="*/ 45 w 1499"/>
              <a:gd name="T71" fmla="*/ 493 h 1500"/>
              <a:gd name="T72" fmla="*/ 66 w 1499"/>
              <a:gd name="T73" fmla="*/ 461 h 1500"/>
              <a:gd name="T74" fmla="*/ 197 w 1499"/>
              <a:gd name="T75" fmla="*/ 269 h 1500"/>
              <a:gd name="T76" fmla="*/ 1331 w 1499"/>
              <a:gd name="T77" fmla="*/ 303 h 1500"/>
              <a:gd name="T78" fmla="*/ 1369 w 1499"/>
              <a:gd name="T79" fmla="*/ 341 h 1500"/>
              <a:gd name="T80" fmla="*/ 1315 w 1499"/>
              <a:gd name="T81" fmla="*/ 257 h 1500"/>
              <a:gd name="T82" fmla="*/ 215 w 1499"/>
              <a:gd name="T83" fmla="*/ 224 h 1500"/>
              <a:gd name="T84" fmla="*/ 1250 w 1499"/>
              <a:gd name="T85" fmla="*/ 214 h 1500"/>
              <a:gd name="T86" fmla="*/ 1284 w 1499"/>
              <a:gd name="T87" fmla="*/ 224 h 1500"/>
              <a:gd name="T88" fmla="*/ 248 w 1499"/>
              <a:gd name="T89" fmla="*/ 192 h 1500"/>
              <a:gd name="T90" fmla="*/ 325 w 1499"/>
              <a:gd name="T91" fmla="*/ 151 h 1500"/>
              <a:gd name="T92" fmla="*/ 524 w 1499"/>
              <a:gd name="T93" fmla="*/ 34 h 1500"/>
              <a:gd name="T94" fmla="*/ 325 w 1499"/>
              <a:gd name="T95" fmla="*/ 151 h 1500"/>
              <a:gd name="T96" fmla="*/ 1060 w 1499"/>
              <a:gd name="T97" fmla="*/ 67 h 1500"/>
              <a:gd name="T98" fmla="*/ 964 w 1499"/>
              <a:gd name="T99" fmla="*/ 40 h 1500"/>
              <a:gd name="T100" fmla="*/ 562 w 1499"/>
              <a:gd name="T101" fmla="*/ 32 h 1500"/>
              <a:gd name="T102" fmla="*/ 572 w 1499"/>
              <a:gd name="T103" fmla="*/ 39 h 1500"/>
              <a:gd name="T104" fmla="*/ 705 w 1499"/>
              <a:gd name="T105" fmla="*/ 18 h 1500"/>
              <a:gd name="T106" fmla="*/ 936 w 1499"/>
              <a:gd name="T107" fmla="*/ 26 h 1500"/>
              <a:gd name="T108" fmla="*/ 658 w 1499"/>
              <a:gd name="T109" fmla="*/ 6 h 1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</a:cxnLst>
            <a:rect l="0" t="0" r="r" b="b"/>
            <a:pathLst>
              <a:path w="1499" h="1500">
                <a:moveTo>
                  <a:pt x="750" y="1500"/>
                </a:moveTo>
                <a:cubicBezTo>
                  <a:pt x="744" y="1500"/>
                  <a:pt x="738" y="1500"/>
                  <a:pt x="733" y="1500"/>
                </a:cubicBezTo>
                <a:cubicBezTo>
                  <a:pt x="716" y="1499"/>
                  <a:pt x="699" y="1498"/>
                  <a:pt x="682" y="1497"/>
                </a:cubicBezTo>
                <a:cubicBezTo>
                  <a:pt x="677" y="1497"/>
                  <a:pt x="674" y="1492"/>
                  <a:pt x="674" y="1488"/>
                </a:cubicBezTo>
                <a:cubicBezTo>
                  <a:pt x="675" y="1483"/>
                  <a:pt x="679" y="1480"/>
                  <a:pt x="684" y="1480"/>
                </a:cubicBezTo>
                <a:cubicBezTo>
                  <a:pt x="700" y="1482"/>
                  <a:pt x="717" y="1482"/>
                  <a:pt x="733" y="1483"/>
                </a:cubicBezTo>
                <a:cubicBezTo>
                  <a:pt x="739" y="1483"/>
                  <a:pt x="744" y="1483"/>
                  <a:pt x="750" y="1483"/>
                </a:cubicBezTo>
                <a:cubicBezTo>
                  <a:pt x="803" y="1483"/>
                  <a:pt x="855" y="1477"/>
                  <a:pt x="906" y="1466"/>
                </a:cubicBezTo>
                <a:cubicBezTo>
                  <a:pt x="911" y="1465"/>
                  <a:pt x="915" y="1468"/>
                  <a:pt x="916" y="1473"/>
                </a:cubicBezTo>
                <a:cubicBezTo>
                  <a:pt x="917" y="1477"/>
                  <a:pt x="914" y="1482"/>
                  <a:pt x="910" y="1483"/>
                </a:cubicBezTo>
                <a:cubicBezTo>
                  <a:pt x="857" y="1494"/>
                  <a:pt x="804" y="1500"/>
                  <a:pt x="750" y="1500"/>
                </a:cubicBezTo>
                <a:close/>
                <a:moveTo>
                  <a:pt x="638" y="1492"/>
                </a:moveTo>
                <a:cubicBezTo>
                  <a:pt x="638" y="1492"/>
                  <a:pt x="637" y="1492"/>
                  <a:pt x="637" y="1492"/>
                </a:cubicBezTo>
                <a:cubicBezTo>
                  <a:pt x="637" y="1491"/>
                  <a:pt x="637" y="1491"/>
                  <a:pt x="637" y="1491"/>
                </a:cubicBezTo>
                <a:cubicBezTo>
                  <a:pt x="634" y="1491"/>
                  <a:pt x="632" y="1490"/>
                  <a:pt x="631" y="1488"/>
                </a:cubicBezTo>
                <a:cubicBezTo>
                  <a:pt x="630" y="1486"/>
                  <a:pt x="629" y="1484"/>
                  <a:pt x="630" y="1482"/>
                </a:cubicBezTo>
                <a:cubicBezTo>
                  <a:pt x="630" y="1477"/>
                  <a:pt x="634" y="1474"/>
                  <a:pt x="639" y="1475"/>
                </a:cubicBezTo>
                <a:cubicBezTo>
                  <a:pt x="639" y="1475"/>
                  <a:pt x="639" y="1475"/>
                  <a:pt x="639" y="1475"/>
                </a:cubicBezTo>
                <a:cubicBezTo>
                  <a:pt x="639" y="1475"/>
                  <a:pt x="639" y="1475"/>
                  <a:pt x="639" y="1475"/>
                </a:cubicBezTo>
                <a:cubicBezTo>
                  <a:pt x="641" y="1475"/>
                  <a:pt x="643" y="1476"/>
                  <a:pt x="645" y="1478"/>
                </a:cubicBezTo>
                <a:cubicBezTo>
                  <a:pt x="646" y="1480"/>
                  <a:pt x="647" y="1482"/>
                  <a:pt x="646" y="1484"/>
                </a:cubicBezTo>
                <a:cubicBezTo>
                  <a:pt x="646" y="1489"/>
                  <a:pt x="642" y="1492"/>
                  <a:pt x="638" y="1492"/>
                </a:cubicBezTo>
                <a:close/>
                <a:moveTo>
                  <a:pt x="593" y="1484"/>
                </a:moveTo>
                <a:cubicBezTo>
                  <a:pt x="593" y="1484"/>
                  <a:pt x="592" y="1483"/>
                  <a:pt x="592" y="1483"/>
                </a:cubicBezTo>
                <a:cubicBezTo>
                  <a:pt x="577" y="1480"/>
                  <a:pt x="562" y="1476"/>
                  <a:pt x="547" y="1472"/>
                </a:cubicBezTo>
                <a:cubicBezTo>
                  <a:pt x="545" y="1472"/>
                  <a:pt x="543" y="1470"/>
                  <a:pt x="542" y="1468"/>
                </a:cubicBezTo>
                <a:cubicBezTo>
                  <a:pt x="541" y="1466"/>
                  <a:pt x="541" y="1464"/>
                  <a:pt x="541" y="1462"/>
                </a:cubicBezTo>
                <a:cubicBezTo>
                  <a:pt x="543" y="1458"/>
                  <a:pt x="547" y="1455"/>
                  <a:pt x="552" y="1456"/>
                </a:cubicBezTo>
                <a:cubicBezTo>
                  <a:pt x="566" y="1460"/>
                  <a:pt x="581" y="1464"/>
                  <a:pt x="595" y="1467"/>
                </a:cubicBezTo>
                <a:cubicBezTo>
                  <a:pt x="597" y="1467"/>
                  <a:pt x="599" y="1469"/>
                  <a:pt x="601" y="1470"/>
                </a:cubicBezTo>
                <a:cubicBezTo>
                  <a:pt x="602" y="1472"/>
                  <a:pt x="602" y="1475"/>
                  <a:pt x="602" y="1477"/>
                </a:cubicBezTo>
                <a:cubicBezTo>
                  <a:pt x="601" y="1481"/>
                  <a:pt x="597" y="1484"/>
                  <a:pt x="593" y="1484"/>
                </a:cubicBezTo>
                <a:close/>
                <a:moveTo>
                  <a:pt x="952" y="1472"/>
                </a:moveTo>
                <a:cubicBezTo>
                  <a:pt x="948" y="1472"/>
                  <a:pt x="945" y="1470"/>
                  <a:pt x="944" y="1466"/>
                </a:cubicBezTo>
                <a:cubicBezTo>
                  <a:pt x="943" y="1464"/>
                  <a:pt x="943" y="1462"/>
                  <a:pt x="944" y="1460"/>
                </a:cubicBezTo>
                <a:cubicBezTo>
                  <a:pt x="946" y="1458"/>
                  <a:pt x="947" y="1456"/>
                  <a:pt x="949" y="1456"/>
                </a:cubicBezTo>
                <a:cubicBezTo>
                  <a:pt x="964" y="1452"/>
                  <a:pt x="978" y="1447"/>
                  <a:pt x="992" y="1442"/>
                </a:cubicBezTo>
                <a:cubicBezTo>
                  <a:pt x="996" y="1441"/>
                  <a:pt x="1001" y="1443"/>
                  <a:pt x="1003" y="1447"/>
                </a:cubicBezTo>
                <a:cubicBezTo>
                  <a:pt x="1005" y="1452"/>
                  <a:pt x="1002" y="1457"/>
                  <a:pt x="998" y="1458"/>
                </a:cubicBezTo>
                <a:cubicBezTo>
                  <a:pt x="983" y="1463"/>
                  <a:pt x="969" y="1468"/>
                  <a:pt x="954" y="1472"/>
                </a:cubicBezTo>
                <a:cubicBezTo>
                  <a:pt x="954" y="1472"/>
                  <a:pt x="954" y="1472"/>
                  <a:pt x="954" y="1472"/>
                </a:cubicBezTo>
                <a:cubicBezTo>
                  <a:pt x="953" y="1472"/>
                  <a:pt x="953" y="1472"/>
                  <a:pt x="952" y="1472"/>
                </a:cubicBezTo>
                <a:close/>
                <a:moveTo>
                  <a:pt x="506" y="1459"/>
                </a:moveTo>
                <a:cubicBezTo>
                  <a:pt x="505" y="1459"/>
                  <a:pt x="504" y="1459"/>
                  <a:pt x="504" y="1459"/>
                </a:cubicBezTo>
                <a:cubicBezTo>
                  <a:pt x="486" y="1453"/>
                  <a:pt x="468" y="1446"/>
                  <a:pt x="451" y="1438"/>
                </a:cubicBezTo>
                <a:cubicBezTo>
                  <a:pt x="399" y="1415"/>
                  <a:pt x="348" y="1386"/>
                  <a:pt x="302" y="1352"/>
                </a:cubicBezTo>
                <a:cubicBezTo>
                  <a:pt x="302" y="1352"/>
                  <a:pt x="302" y="1352"/>
                  <a:pt x="302" y="1352"/>
                </a:cubicBezTo>
                <a:cubicBezTo>
                  <a:pt x="298" y="1349"/>
                  <a:pt x="298" y="1344"/>
                  <a:pt x="300" y="1340"/>
                </a:cubicBezTo>
                <a:cubicBezTo>
                  <a:pt x="303" y="1336"/>
                  <a:pt x="309" y="1336"/>
                  <a:pt x="312" y="1338"/>
                </a:cubicBezTo>
                <a:cubicBezTo>
                  <a:pt x="358" y="1372"/>
                  <a:pt x="406" y="1400"/>
                  <a:pt x="458" y="1423"/>
                </a:cubicBezTo>
                <a:cubicBezTo>
                  <a:pt x="475" y="1430"/>
                  <a:pt x="492" y="1437"/>
                  <a:pt x="509" y="1443"/>
                </a:cubicBezTo>
                <a:cubicBezTo>
                  <a:pt x="514" y="1444"/>
                  <a:pt x="516" y="1449"/>
                  <a:pt x="514" y="1453"/>
                </a:cubicBezTo>
                <a:cubicBezTo>
                  <a:pt x="513" y="1457"/>
                  <a:pt x="510" y="1459"/>
                  <a:pt x="506" y="1459"/>
                </a:cubicBezTo>
                <a:close/>
                <a:moveTo>
                  <a:pt x="1037" y="1442"/>
                </a:moveTo>
                <a:cubicBezTo>
                  <a:pt x="1034" y="1442"/>
                  <a:pt x="1031" y="1440"/>
                  <a:pt x="1029" y="1437"/>
                </a:cubicBezTo>
                <a:cubicBezTo>
                  <a:pt x="1028" y="1433"/>
                  <a:pt x="1030" y="1428"/>
                  <a:pt x="1034" y="1426"/>
                </a:cubicBezTo>
                <a:cubicBezTo>
                  <a:pt x="1038" y="1424"/>
                  <a:pt x="1043" y="1426"/>
                  <a:pt x="1045" y="1431"/>
                </a:cubicBezTo>
                <a:cubicBezTo>
                  <a:pt x="1047" y="1435"/>
                  <a:pt x="1045" y="1440"/>
                  <a:pt x="1040" y="1442"/>
                </a:cubicBezTo>
                <a:cubicBezTo>
                  <a:pt x="1039" y="1442"/>
                  <a:pt x="1038" y="1442"/>
                  <a:pt x="1037" y="1442"/>
                </a:cubicBezTo>
                <a:close/>
                <a:moveTo>
                  <a:pt x="1078" y="1423"/>
                </a:moveTo>
                <a:cubicBezTo>
                  <a:pt x="1075" y="1423"/>
                  <a:pt x="1072" y="1422"/>
                  <a:pt x="1071" y="1419"/>
                </a:cubicBezTo>
                <a:cubicBezTo>
                  <a:pt x="1069" y="1415"/>
                  <a:pt x="1070" y="1409"/>
                  <a:pt x="1075" y="1407"/>
                </a:cubicBezTo>
                <a:cubicBezTo>
                  <a:pt x="1139" y="1376"/>
                  <a:pt x="1198" y="1335"/>
                  <a:pt x="1250" y="1286"/>
                </a:cubicBezTo>
                <a:cubicBezTo>
                  <a:pt x="1253" y="1283"/>
                  <a:pt x="1255" y="1281"/>
                  <a:pt x="1257" y="1279"/>
                </a:cubicBezTo>
                <a:cubicBezTo>
                  <a:pt x="1260" y="1276"/>
                  <a:pt x="1266" y="1276"/>
                  <a:pt x="1269" y="1280"/>
                </a:cubicBezTo>
                <a:cubicBezTo>
                  <a:pt x="1270" y="1281"/>
                  <a:pt x="1271" y="1283"/>
                  <a:pt x="1271" y="1286"/>
                </a:cubicBezTo>
                <a:cubicBezTo>
                  <a:pt x="1271" y="1288"/>
                  <a:pt x="1270" y="1290"/>
                  <a:pt x="1269" y="1292"/>
                </a:cubicBezTo>
                <a:cubicBezTo>
                  <a:pt x="1267" y="1294"/>
                  <a:pt x="1264" y="1296"/>
                  <a:pt x="1262" y="1298"/>
                </a:cubicBezTo>
                <a:cubicBezTo>
                  <a:pt x="1208" y="1348"/>
                  <a:pt x="1148" y="1390"/>
                  <a:pt x="1082" y="1423"/>
                </a:cubicBezTo>
                <a:cubicBezTo>
                  <a:pt x="1082" y="1423"/>
                  <a:pt x="1082" y="1423"/>
                  <a:pt x="1082" y="1423"/>
                </a:cubicBezTo>
                <a:cubicBezTo>
                  <a:pt x="1081" y="1423"/>
                  <a:pt x="1080" y="1423"/>
                  <a:pt x="1078" y="1423"/>
                </a:cubicBezTo>
                <a:close/>
                <a:moveTo>
                  <a:pt x="272" y="1325"/>
                </a:moveTo>
                <a:cubicBezTo>
                  <a:pt x="270" y="1325"/>
                  <a:pt x="268" y="1325"/>
                  <a:pt x="266" y="1323"/>
                </a:cubicBezTo>
                <a:cubicBezTo>
                  <a:pt x="265" y="1322"/>
                  <a:pt x="264" y="1320"/>
                  <a:pt x="263" y="1318"/>
                </a:cubicBezTo>
                <a:cubicBezTo>
                  <a:pt x="263" y="1315"/>
                  <a:pt x="264" y="1313"/>
                  <a:pt x="265" y="1312"/>
                </a:cubicBezTo>
                <a:cubicBezTo>
                  <a:pt x="268" y="1308"/>
                  <a:pt x="274" y="1308"/>
                  <a:pt x="277" y="1310"/>
                </a:cubicBezTo>
                <a:cubicBezTo>
                  <a:pt x="281" y="1314"/>
                  <a:pt x="281" y="1319"/>
                  <a:pt x="278" y="1322"/>
                </a:cubicBezTo>
                <a:cubicBezTo>
                  <a:pt x="277" y="1324"/>
                  <a:pt x="274" y="1325"/>
                  <a:pt x="272" y="1325"/>
                </a:cubicBezTo>
                <a:close/>
                <a:moveTo>
                  <a:pt x="238" y="1295"/>
                </a:moveTo>
                <a:cubicBezTo>
                  <a:pt x="236" y="1295"/>
                  <a:pt x="234" y="1294"/>
                  <a:pt x="232" y="1293"/>
                </a:cubicBezTo>
                <a:cubicBezTo>
                  <a:pt x="226" y="1287"/>
                  <a:pt x="219" y="1280"/>
                  <a:pt x="213" y="1274"/>
                </a:cubicBezTo>
                <a:cubicBezTo>
                  <a:pt x="209" y="1270"/>
                  <a:pt x="205" y="1265"/>
                  <a:pt x="200" y="1260"/>
                </a:cubicBezTo>
                <a:cubicBezTo>
                  <a:pt x="200" y="1260"/>
                  <a:pt x="200" y="1260"/>
                  <a:pt x="200" y="1260"/>
                </a:cubicBezTo>
                <a:cubicBezTo>
                  <a:pt x="197" y="1257"/>
                  <a:pt x="197" y="1251"/>
                  <a:pt x="201" y="1248"/>
                </a:cubicBezTo>
                <a:cubicBezTo>
                  <a:pt x="204" y="1245"/>
                  <a:pt x="209" y="1245"/>
                  <a:pt x="213" y="1249"/>
                </a:cubicBezTo>
                <a:cubicBezTo>
                  <a:pt x="217" y="1254"/>
                  <a:pt x="221" y="1258"/>
                  <a:pt x="226" y="1262"/>
                </a:cubicBezTo>
                <a:cubicBezTo>
                  <a:pt x="232" y="1269"/>
                  <a:pt x="238" y="1275"/>
                  <a:pt x="244" y="1281"/>
                </a:cubicBezTo>
                <a:cubicBezTo>
                  <a:pt x="246" y="1282"/>
                  <a:pt x="247" y="1284"/>
                  <a:pt x="247" y="1287"/>
                </a:cubicBezTo>
                <a:cubicBezTo>
                  <a:pt x="247" y="1289"/>
                  <a:pt x="246" y="1291"/>
                  <a:pt x="244" y="1293"/>
                </a:cubicBezTo>
                <a:cubicBezTo>
                  <a:pt x="243" y="1294"/>
                  <a:pt x="240" y="1295"/>
                  <a:pt x="238" y="1295"/>
                </a:cubicBezTo>
                <a:close/>
                <a:moveTo>
                  <a:pt x="1294" y="1262"/>
                </a:moveTo>
                <a:cubicBezTo>
                  <a:pt x="1292" y="1262"/>
                  <a:pt x="1290" y="1261"/>
                  <a:pt x="1289" y="1259"/>
                </a:cubicBezTo>
                <a:cubicBezTo>
                  <a:pt x="1287" y="1258"/>
                  <a:pt x="1286" y="1256"/>
                  <a:pt x="1286" y="1253"/>
                </a:cubicBezTo>
                <a:cubicBezTo>
                  <a:pt x="1286" y="1251"/>
                  <a:pt x="1287" y="1249"/>
                  <a:pt x="1288" y="1247"/>
                </a:cubicBezTo>
                <a:cubicBezTo>
                  <a:pt x="1298" y="1237"/>
                  <a:pt x="1308" y="1225"/>
                  <a:pt x="1318" y="1214"/>
                </a:cubicBezTo>
                <a:cubicBezTo>
                  <a:pt x="1320" y="1210"/>
                  <a:pt x="1326" y="1210"/>
                  <a:pt x="1330" y="1212"/>
                </a:cubicBezTo>
                <a:cubicBezTo>
                  <a:pt x="1331" y="1214"/>
                  <a:pt x="1332" y="1216"/>
                  <a:pt x="1333" y="1218"/>
                </a:cubicBezTo>
                <a:cubicBezTo>
                  <a:pt x="1333" y="1220"/>
                  <a:pt x="1332" y="1223"/>
                  <a:pt x="1331" y="1224"/>
                </a:cubicBezTo>
                <a:cubicBezTo>
                  <a:pt x="1321" y="1236"/>
                  <a:pt x="1311" y="1248"/>
                  <a:pt x="1301" y="1259"/>
                </a:cubicBezTo>
                <a:cubicBezTo>
                  <a:pt x="1299" y="1261"/>
                  <a:pt x="1297" y="1262"/>
                  <a:pt x="1294" y="1262"/>
                </a:cubicBezTo>
                <a:close/>
                <a:moveTo>
                  <a:pt x="177" y="1229"/>
                </a:moveTo>
                <a:cubicBezTo>
                  <a:pt x="174" y="1229"/>
                  <a:pt x="172" y="1228"/>
                  <a:pt x="170" y="1226"/>
                </a:cubicBezTo>
                <a:cubicBezTo>
                  <a:pt x="122" y="1167"/>
                  <a:pt x="83" y="1103"/>
                  <a:pt x="55" y="1033"/>
                </a:cubicBezTo>
                <a:cubicBezTo>
                  <a:pt x="55" y="1032"/>
                  <a:pt x="54" y="1031"/>
                  <a:pt x="54" y="1030"/>
                </a:cubicBezTo>
                <a:cubicBezTo>
                  <a:pt x="52" y="1025"/>
                  <a:pt x="54" y="1021"/>
                  <a:pt x="58" y="1019"/>
                </a:cubicBezTo>
                <a:cubicBezTo>
                  <a:pt x="63" y="1017"/>
                  <a:pt x="68" y="1019"/>
                  <a:pt x="69" y="1023"/>
                </a:cubicBezTo>
                <a:cubicBezTo>
                  <a:pt x="70" y="1024"/>
                  <a:pt x="70" y="1025"/>
                  <a:pt x="70" y="1026"/>
                </a:cubicBezTo>
                <a:cubicBezTo>
                  <a:pt x="71" y="1027"/>
                  <a:pt x="71" y="1027"/>
                  <a:pt x="71" y="1027"/>
                </a:cubicBezTo>
                <a:cubicBezTo>
                  <a:pt x="98" y="1095"/>
                  <a:pt x="136" y="1158"/>
                  <a:pt x="183" y="1215"/>
                </a:cubicBezTo>
                <a:cubicBezTo>
                  <a:pt x="186" y="1219"/>
                  <a:pt x="186" y="1224"/>
                  <a:pt x="182" y="1227"/>
                </a:cubicBezTo>
                <a:cubicBezTo>
                  <a:pt x="180" y="1228"/>
                  <a:pt x="179" y="1229"/>
                  <a:pt x="177" y="1229"/>
                </a:cubicBezTo>
                <a:close/>
                <a:moveTo>
                  <a:pt x="1352" y="1192"/>
                </a:moveTo>
                <a:cubicBezTo>
                  <a:pt x="1350" y="1192"/>
                  <a:pt x="1348" y="1191"/>
                  <a:pt x="1347" y="1190"/>
                </a:cubicBezTo>
                <a:cubicBezTo>
                  <a:pt x="1343" y="1187"/>
                  <a:pt x="1342" y="1182"/>
                  <a:pt x="1345" y="1178"/>
                </a:cubicBezTo>
                <a:cubicBezTo>
                  <a:pt x="1345" y="1178"/>
                  <a:pt x="1345" y="1178"/>
                  <a:pt x="1345" y="1178"/>
                </a:cubicBezTo>
                <a:cubicBezTo>
                  <a:pt x="1345" y="1178"/>
                  <a:pt x="1345" y="1178"/>
                  <a:pt x="1345" y="1178"/>
                </a:cubicBezTo>
                <a:cubicBezTo>
                  <a:pt x="1348" y="1174"/>
                  <a:pt x="1353" y="1174"/>
                  <a:pt x="1357" y="1176"/>
                </a:cubicBezTo>
                <a:cubicBezTo>
                  <a:pt x="1360" y="1179"/>
                  <a:pt x="1361" y="1184"/>
                  <a:pt x="1359" y="1188"/>
                </a:cubicBezTo>
                <a:cubicBezTo>
                  <a:pt x="1357" y="1190"/>
                  <a:pt x="1354" y="1192"/>
                  <a:pt x="1352" y="1192"/>
                </a:cubicBezTo>
                <a:close/>
                <a:moveTo>
                  <a:pt x="1377" y="1154"/>
                </a:moveTo>
                <a:cubicBezTo>
                  <a:pt x="1375" y="1154"/>
                  <a:pt x="1374" y="1154"/>
                  <a:pt x="1373" y="1153"/>
                </a:cubicBezTo>
                <a:cubicBezTo>
                  <a:pt x="1369" y="1150"/>
                  <a:pt x="1367" y="1145"/>
                  <a:pt x="1370" y="1141"/>
                </a:cubicBezTo>
                <a:cubicBezTo>
                  <a:pt x="1387" y="1114"/>
                  <a:pt x="1402" y="1086"/>
                  <a:pt x="1416" y="1057"/>
                </a:cubicBezTo>
                <a:cubicBezTo>
                  <a:pt x="1433" y="1019"/>
                  <a:pt x="1448" y="978"/>
                  <a:pt x="1459" y="937"/>
                </a:cubicBezTo>
                <a:cubicBezTo>
                  <a:pt x="1460" y="932"/>
                  <a:pt x="1465" y="930"/>
                  <a:pt x="1469" y="931"/>
                </a:cubicBezTo>
                <a:cubicBezTo>
                  <a:pt x="1474" y="932"/>
                  <a:pt x="1476" y="937"/>
                  <a:pt x="1475" y="941"/>
                </a:cubicBezTo>
                <a:cubicBezTo>
                  <a:pt x="1464" y="983"/>
                  <a:pt x="1449" y="1025"/>
                  <a:pt x="1431" y="1064"/>
                </a:cubicBezTo>
                <a:cubicBezTo>
                  <a:pt x="1417" y="1094"/>
                  <a:pt x="1402" y="1123"/>
                  <a:pt x="1384" y="1150"/>
                </a:cubicBezTo>
                <a:cubicBezTo>
                  <a:pt x="1383" y="1153"/>
                  <a:pt x="1380" y="1154"/>
                  <a:pt x="1377" y="1154"/>
                </a:cubicBezTo>
                <a:close/>
                <a:moveTo>
                  <a:pt x="46" y="993"/>
                </a:moveTo>
                <a:cubicBezTo>
                  <a:pt x="42" y="993"/>
                  <a:pt x="39" y="990"/>
                  <a:pt x="38" y="987"/>
                </a:cubicBezTo>
                <a:cubicBezTo>
                  <a:pt x="37" y="985"/>
                  <a:pt x="37" y="982"/>
                  <a:pt x="38" y="980"/>
                </a:cubicBezTo>
                <a:cubicBezTo>
                  <a:pt x="39" y="978"/>
                  <a:pt x="41" y="977"/>
                  <a:pt x="43" y="976"/>
                </a:cubicBezTo>
                <a:cubicBezTo>
                  <a:pt x="48" y="975"/>
                  <a:pt x="52" y="977"/>
                  <a:pt x="54" y="981"/>
                </a:cubicBezTo>
                <a:cubicBezTo>
                  <a:pt x="54" y="981"/>
                  <a:pt x="54" y="981"/>
                  <a:pt x="54" y="981"/>
                </a:cubicBezTo>
                <a:cubicBezTo>
                  <a:pt x="54" y="981"/>
                  <a:pt x="54" y="981"/>
                  <a:pt x="54" y="981"/>
                </a:cubicBezTo>
                <a:cubicBezTo>
                  <a:pt x="55" y="986"/>
                  <a:pt x="53" y="991"/>
                  <a:pt x="49" y="992"/>
                </a:cubicBezTo>
                <a:cubicBezTo>
                  <a:pt x="48" y="992"/>
                  <a:pt x="47" y="993"/>
                  <a:pt x="46" y="993"/>
                </a:cubicBezTo>
                <a:close/>
                <a:moveTo>
                  <a:pt x="33" y="949"/>
                </a:moveTo>
                <a:cubicBezTo>
                  <a:pt x="29" y="949"/>
                  <a:pt x="26" y="947"/>
                  <a:pt x="25" y="943"/>
                </a:cubicBezTo>
                <a:cubicBezTo>
                  <a:pt x="21" y="928"/>
                  <a:pt x="17" y="913"/>
                  <a:pt x="14" y="898"/>
                </a:cubicBezTo>
                <a:cubicBezTo>
                  <a:pt x="14" y="896"/>
                  <a:pt x="14" y="894"/>
                  <a:pt x="16" y="892"/>
                </a:cubicBezTo>
                <a:cubicBezTo>
                  <a:pt x="17" y="890"/>
                  <a:pt x="19" y="889"/>
                  <a:pt x="21" y="888"/>
                </a:cubicBezTo>
                <a:cubicBezTo>
                  <a:pt x="26" y="887"/>
                  <a:pt x="30" y="891"/>
                  <a:pt x="31" y="895"/>
                </a:cubicBezTo>
                <a:cubicBezTo>
                  <a:pt x="34" y="910"/>
                  <a:pt x="37" y="924"/>
                  <a:pt x="41" y="939"/>
                </a:cubicBezTo>
                <a:cubicBezTo>
                  <a:pt x="42" y="943"/>
                  <a:pt x="40" y="948"/>
                  <a:pt x="35" y="949"/>
                </a:cubicBezTo>
                <a:cubicBezTo>
                  <a:pt x="34" y="949"/>
                  <a:pt x="34" y="949"/>
                  <a:pt x="33" y="949"/>
                </a:cubicBezTo>
                <a:close/>
                <a:moveTo>
                  <a:pt x="1477" y="903"/>
                </a:moveTo>
                <a:cubicBezTo>
                  <a:pt x="1477" y="903"/>
                  <a:pt x="1476" y="903"/>
                  <a:pt x="1476" y="903"/>
                </a:cubicBezTo>
                <a:cubicBezTo>
                  <a:pt x="1473" y="903"/>
                  <a:pt x="1471" y="901"/>
                  <a:pt x="1470" y="900"/>
                </a:cubicBezTo>
                <a:cubicBezTo>
                  <a:pt x="1469" y="898"/>
                  <a:pt x="1468" y="895"/>
                  <a:pt x="1469" y="893"/>
                </a:cubicBezTo>
                <a:cubicBezTo>
                  <a:pt x="1472" y="879"/>
                  <a:pt x="1474" y="864"/>
                  <a:pt x="1476" y="849"/>
                </a:cubicBezTo>
                <a:cubicBezTo>
                  <a:pt x="1477" y="845"/>
                  <a:pt x="1481" y="841"/>
                  <a:pt x="1486" y="842"/>
                </a:cubicBezTo>
                <a:cubicBezTo>
                  <a:pt x="1488" y="842"/>
                  <a:pt x="1490" y="843"/>
                  <a:pt x="1491" y="845"/>
                </a:cubicBezTo>
                <a:cubicBezTo>
                  <a:pt x="1493" y="847"/>
                  <a:pt x="1493" y="849"/>
                  <a:pt x="1493" y="851"/>
                </a:cubicBezTo>
                <a:cubicBezTo>
                  <a:pt x="1491" y="866"/>
                  <a:pt x="1488" y="882"/>
                  <a:pt x="1486" y="897"/>
                </a:cubicBezTo>
                <a:cubicBezTo>
                  <a:pt x="1485" y="897"/>
                  <a:pt x="1485" y="897"/>
                  <a:pt x="1485" y="897"/>
                </a:cubicBezTo>
                <a:cubicBezTo>
                  <a:pt x="1485" y="901"/>
                  <a:pt x="1481" y="903"/>
                  <a:pt x="1477" y="903"/>
                </a:cubicBezTo>
                <a:close/>
                <a:moveTo>
                  <a:pt x="15" y="861"/>
                </a:moveTo>
                <a:cubicBezTo>
                  <a:pt x="11" y="861"/>
                  <a:pt x="7" y="857"/>
                  <a:pt x="7" y="853"/>
                </a:cubicBezTo>
                <a:cubicBezTo>
                  <a:pt x="2" y="819"/>
                  <a:pt x="0" y="784"/>
                  <a:pt x="0" y="750"/>
                </a:cubicBezTo>
                <a:cubicBezTo>
                  <a:pt x="0" y="708"/>
                  <a:pt x="3" y="666"/>
                  <a:pt x="10" y="625"/>
                </a:cubicBezTo>
                <a:cubicBezTo>
                  <a:pt x="11" y="621"/>
                  <a:pt x="15" y="618"/>
                  <a:pt x="20" y="618"/>
                </a:cubicBezTo>
                <a:cubicBezTo>
                  <a:pt x="24" y="619"/>
                  <a:pt x="28" y="624"/>
                  <a:pt x="27" y="628"/>
                </a:cubicBezTo>
                <a:cubicBezTo>
                  <a:pt x="20" y="668"/>
                  <a:pt x="17" y="709"/>
                  <a:pt x="17" y="750"/>
                </a:cubicBezTo>
                <a:cubicBezTo>
                  <a:pt x="17" y="784"/>
                  <a:pt x="19" y="818"/>
                  <a:pt x="24" y="851"/>
                </a:cubicBezTo>
                <a:cubicBezTo>
                  <a:pt x="24" y="856"/>
                  <a:pt x="21" y="860"/>
                  <a:pt x="16" y="861"/>
                </a:cubicBezTo>
                <a:cubicBezTo>
                  <a:pt x="16" y="861"/>
                  <a:pt x="16" y="861"/>
                  <a:pt x="15" y="861"/>
                </a:cubicBezTo>
                <a:close/>
                <a:moveTo>
                  <a:pt x="1489" y="814"/>
                </a:moveTo>
                <a:cubicBezTo>
                  <a:pt x="1489" y="814"/>
                  <a:pt x="1489" y="814"/>
                  <a:pt x="1489" y="814"/>
                </a:cubicBezTo>
                <a:cubicBezTo>
                  <a:pt x="1486" y="814"/>
                  <a:pt x="1484" y="813"/>
                  <a:pt x="1483" y="811"/>
                </a:cubicBezTo>
                <a:cubicBezTo>
                  <a:pt x="1481" y="809"/>
                  <a:pt x="1481" y="807"/>
                  <a:pt x="1481" y="805"/>
                </a:cubicBezTo>
                <a:cubicBezTo>
                  <a:pt x="1481" y="800"/>
                  <a:pt x="1485" y="796"/>
                  <a:pt x="1490" y="797"/>
                </a:cubicBezTo>
                <a:cubicBezTo>
                  <a:pt x="1495" y="797"/>
                  <a:pt x="1498" y="801"/>
                  <a:pt x="1498" y="806"/>
                </a:cubicBezTo>
                <a:cubicBezTo>
                  <a:pt x="1497" y="810"/>
                  <a:pt x="1494" y="814"/>
                  <a:pt x="1489" y="814"/>
                </a:cubicBezTo>
                <a:close/>
                <a:moveTo>
                  <a:pt x="1491" y="725"/>
                </a:moveTo>
                <a:cubicBezTo>
                  <a:pt x="1486" y="725"/>
                  <a:pt x="1482" y="721"/>
                  <a:pt x="1482" y="716"/>
                </a:cubicBezTo>
                <a:cubicBezTo>
                  <a:pt x="1481" y="702"/>
                  <a:pt x="1480" y="687"/>
                  <a:pt x="1479" y="672"/>
                </a:cubicBezTo>
                <a:cubicBezTo>
                  <a:pt x="1479" y="670"/>
                  <a:pt x="1479" y="667"/>
                  <a:pt x="1481" y="666"/>
                </a:cubicBezTo>
                <a:cubicBezTo>
                  <a:pt x="1482" y="664"/>
                  <a:pt x="1484" y="663"/>
                  <a:pt x="1486" y="663"/>
                </a:cubicBezTo>
                <a:cubicBezTo>
                  <a:pt x="1491" y="662"/>
                  <a:pt x="1495" y="665"/>
                  <a:pt x="1496" y="670"/>
                </a:cubicBezTo>
                <a:cubicBezTo>
                  <a:pt x="1497" y="685"/>
                  <a:pt x="1498" y="700"/>
                  <a:pt x="1499" y="716"/>
                </a:cubicBezTo>
                <a:cubicBezTo>
                  <a:pt x="1499" y="720"/>
                  <a:pt x="1496" y="724"/>
                  <a:pt x="1491" y="725"/>
                </a:cubicBezTo>
                <a:cubicBezTo>
                  <a:pt x="1491" y="725"/>
                  <a:pt x="1491" y="725"/>
                  <a:pt x="1491" y="725"/>
                </a:cubicBezTo>
                <a:close/>
                <a:moveTo>
                  <a:pt x="1481" y="635"/>
                </a:moveTo>
                <a:cubicBezTo>
                  <a:pt x="1477" y="635"/>
                  <a:pt x="1473" y="632"/>
                  <a:pt x="1473" y="628"/>
                </a:cubicBezTo>
                <a:cubicBezTo>
                  <a:pt x="1472" y="625"/>
                  <a:pt x="1473" y="623"/>
                  <a:pt x="1474" y="621"/>
                </a:cubicBezTo>
                <a:cubicBezTo>
                  <a:pt x="1475" y="619"/>
                  <a:pt x="1477" y="618"/>
                  <a:pt x="1480" y="618"/>
                </a:cubicBezTo>
                <a:cubicBezTo>
                  <a:pt x="1484" y="617"/>
                  <a:pt x="1489" y="620"/>
                  <a:pt x="1489" y="625"/>
                </a:cubicBezTo>
                <a:cubicBezTo>
                  <a:pt x="1490" y="627"/>
                  <a:pt x="1489" y="629"/>
                  <a:pt x="1488" y="631"/>
                </a:cubicBezTo>
                <a:cubicBezTo>
                  <a:pt x="1487" y="633"/>
                  <a:pt x="1485" y="634"/>
                  <a:pt x="1482" y="635"/>
                </a:cubicBezTo>
                <a:cubicBezTo>
                  <a:pt x="1482" y="635"/>
                  <a:pt x="1482" y="635"/>
                  <a:pt x="1481" y="635"/>
                </a:cubicBezTo>
                <a:close/>
                <a:moveTo>
                  <a:pt x="27" y="591"/>
                </a:moveTo>
                <a:cubicBezTo>
                  <a:pt x="27" y="591"/>
                  <a:pt x="27" y="591"/>
                  <a:pt x="27" y="591"/>
                </a:cubicBezTo>
                <a:cubicBezTo>
                  <a:pt x="27" y="591"/>
                  <a:pt x="27" y="591"/>
                  <a:pt x="27" y="591"/>
                </a:cubicBezTo>
                <a:cubicBezTo>
                  <a:pt x="27" y="591"/>
                  <a:pt x="26" y="591"/>
                  <a:pt x="25" y="591"/>
                </a:cubicBezTo>
                <a:cubicBezTo>
                  <a:pt x="21" y="590"/>
                  <a:pt x="18" y="585"/>
                  <a:pt x="19" y="580"/>
                </a:cubicBezTo>
                <a:cubicBezTo>
                  <a:pt x="20" y="576"/>
                  <a:pt x="25" y="573"/>
                  <a:pt x="29" y="574"/>
                </a:cubicBezTo>
                <a:cubicBezTo>
                  <a:pt x="34" y="575"/>
                  <a:pt x="37" y="580"/>
                  <a:pt x="35" y="584"/>
                </a:cubicBezTo>
                <a:cubicBezTo>
                  <a:pt x="35" y="588"/>
                  <a:pt x="31" y="591"/>
                  <a:pt x="27" y="591"/>
                </a:cubicBezTo>
                <a:close/>
                <a:moveTo>
                  <a:pt x="1472" y="590"/>
                </a:moveTo>
                <a:cubicBezTo>
                  <a:pt x="1468" y="590"/>
                  <a:pt x="1465" y="588"/>
                  <a:pt x="1464" y="584"/>
                </a:cubicBezTo>
                <a:cubicBezTo>
                  <a:pt x="1453" y="535"/>
                  <a:pt x="1436" y="488"/>
                  <a:pt x="1416" y="443"/>
                </a:cubicBezTo>
                <a:cubicBezTo>
                  <a:pt x="1405" y="420"/>
                  <a:pt x="1394" y="398"/>
                  <a:pt x="1381" y="377"/>
                </a:cubicBezTo>
                <a:cubicBezTo>
                  <a:pt x="1379" y="373"/>
                  <a:pt x="1380" y="368"/>
                  <a:pt x="1384" y="365"/>
                </a:cubicBezTo>
                <a:cubicBezTo>
                  <a:pt x="1388" y="363"/>
                  <a:pt x="1393" y="364"/>
                  <a:pt x="1396" y="368"/>
                </a:cubicBezTo>
                <a:cubicBezTo>
                  <a:pt x="1408" y="390"/>
                  <a:pt x="1420" y="413"/>
                  <a:pt x="1431" y="436"/>
                </a:cubicBezTo>
                <a:cubicBezTo>
                  <a:pt x="1452" y="481"/>
                  <a:pt x="1469" y="530"/>
                  <a:pt x="1480" y="579"/>
                </a:cubicBezTo>
                <a:cubicBezTo>
                  <a:pt x="1480" y="580"/>
                  <a:pt x="1480" y="580"/>
                  <a:pt x="1480" y="580"/>
                </a:cubicBezTo>
                <a:cubicBezTo>
                  <a:pt x="1481" y="584"/>
                  <a:pt x="1479" y="589"/>
                  <a:pt x="1474" y="590"/>
                </a:cubicBezTo>
                <a:cubicBezTo>
                  <a:pt x="1473" y="590"/>
                  <a:pt x="1473" y="590"/>
                  <a:pt x="1472" y="590"/>
                </a:cubicBezTo>
                <a:close/>
                <a:moveTo>
                  <a:pt x="39" y="547"/>
                </a:moveTo>
                <a:cubicBezTo>
                  <a:pt x="38" y="547"/>
                  <a:pt x="37" y="547"/>
                  <a:pt x="36" y="547"/>
                </a:cubicBezTo>
                <a:cubicBezTo>
                  <a:pt x="34" y="546"/>
                  <a:pt x="32" y="545"/>
                  <a:pt x="31" y="543"/>
                </a:cubicBezTo>
                <a:cubicBezTo>
                  <a:pt x="30" y="541"/>
                  <a:pt x="30" y="538"/>
                  <a:pt x="31" y="536"/>
                </a:cubicBezTo>
                <a:cubicBezTo>
                  <a:pt x="35" y="522"/>
                  <a:pt x="40" y="507"/>
                  <a:pt x="45" y="493"/>
                </a:cubicBezTo>
                <a:cubicBezTo>
                  <a:pt x="47" y="488"/>
                  <a:pt x="52" y="486"/>
                  <a:pt x="56" y="488"/>
                </a:cubicBezTo>
                <a:cubicBezTo>
                  <a:pt x="60" y="489"/>
                  <a:pt x="63" y="494"/>
                  <a:pt x="61" y="499"/>
                </a:cubicBezTo>
                <a:cubicBezTo>
                  <a:pt x="56" y="513"/>
                  <a:pt x="51" y="527"/>
                  <a:pt x="47" y="541"/>
                </a:cubicBezTo>
                <a:cubicBezTo>
                  <a:pt x="46" y="545"/>
                  <a:pt x="42" y="547"/>
                  <a:pt x="39" y="547"/>
                </a:cubicBezTo>
                <a:close/>
                <a:moveTo>
                  <a:pt x="70" y="462"/>
                </a:moveTo>
                <a:cubicBezTo>
                  <a:pt x="69" y="462"/>
                  <a:pt x="67" y="462"/>
                  <a:pt x="66" y="461"/>
                </a:cubicBezTo>
                <a:cubicBezTo>
                  <a:pt x="64" y="461"/>
                  <a:pt x="63" y="459"/>
                  <a:pt x="62" y="457"/>
                </a:cubicBezTo>
                <a:cubicBezTo>
                  <a:pt x="61" y="455"/>
                  <a:pt x="61" y="452"/>
                  <a:pt x="62" y="450"/>
                </a:cubicBezTo>
                <a:cubicBezTo>
                  <a:pt x="93" y="380"/>
                  <a:pt x="134" y="316"/>
                  <a:pt x="184" y="258"/>
                </a:cubicBezTo>
                <a:cubicBezTo>
                  <a:pt x="184" y="258"/>
                  <a:pt x="184" y="258"/>
                  <a:pt x="184" y="258"/>
                </a:cubicBezTo>
                <a:cubicBezTo>
                  <a:pt x="187" y="254"/>
                  <a:pt x="193" y="254"/>
                  <a:pt x="196" y="257"/>
                </a:cubicBezTo>
                <a:cubicBezTo>
                  <a:pt x="199" y="260"/>
                  <a:pt x="200" y="265"/>
                  <a:pt x="197" y="269"/>
                </a:cubicBezTo>
                <a:cubicBezTo>
                  <a:pt x="147" y="325"/>
                  <a:pt x="107" y="389"/>
                  <a:pt x="78" y="457"/>
                </a:cubicBezTo>
                <a:cubicBezTo>
                  <a:pt x="76" y="460"/>
                  <a:pt x="73" y="462"/>
                  <a:pt x="70" y="462"/>
                </a:cubicBezTo>
                <a:close/>
                <a:moveTo>
                  <a:pt x="1364" y="343"/>
                </a:moveTo>
                <a:cubicBezTo>
                  <a:pt x="1364" y="343"/>
                  <a:pt x="1364" y="343"/>
                  <a:pt x="1364" y="343"/>
                </a:cubicBezTo>
                <a:cubicBezTo>
                  <a:pt x="1361" y="343"/>
                  <a:pt x="1359" y="341"/>
                  <a:pt x="1357" y="339"/>
                </a:cubicBezTo>
                <a:cubicBezTo>
                  <a:pt x="1349" y="327"/>
                  <a:pt x="1340" y="315"/>
                  <a:pt x="1331" y="303"/>
                </a:cubicBezTo>
                <a:cubicBezTo>
                  <a:pt x="1328" y="299"/>
                  <a:pt x="1329" y="294"/>
                  <a:pt x="1332" y="291"/>
                </a:cubicBezTo>
                <a:cubicBezTo>
                  <a:pt x="1336" y="288"/>
                  <a:pt x="1341" y="289"/>
                  <a:pt x="1344" y="293"/>
                </a:cubicBezTo>
                <a:cubicBezTo>
                  <a:pt x="1353" y="304"/>
                  <a:pt x="1362" y="317"/>
                  <a:pt x="1371" y="330"/>
                </a:cubicBezTo>
                <a:cubicBezTo>
                  <a:pt x="1371" y="330"/>
                  <a:pt x="1371" y="330"/>
                  <a:pt x="1371" y="330"/>
                </a:cubicBezTo>
                <a:cubicBezTo>
                  <a:pt x="1372" y="332"/>
                  <a:pt x="1373" y="334"/>
                  <a:pt x="1372" y="336"/>
                </a:cubicBezTo>
                <a:cubicBezTo>
                  <a:pt x="1372" y="338"/>
                  <a:pt x="1371" y="340"/>
                  <a:pt x="1369" y="341"/>
                </a:cubicBezTo>
                <a:cubicBezTo>
                  <a:pt x="1367" y="342"/>
                  <a:pt x="1366" y="343"/>
                  <a:pt x="1364" y="343"/>
                </a:cubicBezTo>
                <a:close/>
                <a:moveTo>
                  <a:pt x="1309" y="271"/>
                </a:moveTo>
                <a:cubicBezTo>
                  <a:pt x="1306" y="271"/>
                  <a:pt x="1304" y="270"/>
                  <a:pt x="1302" y="268"/>
                </a:cubicBezTo>
                <a:cubicBezTo>
                  <a:pt x="1301" y="267"/>
                  <a:pt x="1300" y="264"/>
                  <a:pt x="1300" y="262"/>
                </a:cubicBezTo>
                <a:cubicBezTo>
                  <a:pt x="1300" y="260"/>
                  <a:pt x="1301" y="258"/>
                  <a:pt x="1303" y="256"/>
                </a:cubicBezTo>
                <a:cubicBezTo>
                  <a:pt x="1307" y="253"/>
                  <a:pt x="1312" y="254"/>
                  <a:pt x="1315" y="257"/>
                </a:cubicBezTo>
                <a:cubicBezTo>
                  <a:pt x="1315" y="257"/>
                  <a:pt x="1315" y="257"/>
                  <a:pt x="1315" y="257"/>
                </a:cubicBezTo>
                <a:cubicBezTo>
                  <a:pt x="1318" y="261"/>
                  <a:pt x="1318" y="266"/>
                  <a:pt x="1314" y="269"/>
                </a:cubicBezTo>
                <a:cubicBezTo>
                  <a:pt x="1313" y="270"/>
                  <a:pt x="1311" y="271"/>
                  <a:pt x="1309" y="271"/>
                </a:cubicBezTo>
                <a:close/>
                <a:moveTo>
                  <a:pt x="221" y="238"/>
                </a:moveTo>
                <a:cubicBezTo>
                  <a:pt x="219" y="238"/>
                  <a:pt x="217" y="238"/>
                  <a:pt x="215" y="236"/>
                </a:cubicBezTo>
                <a:cubicBezTo>
                  <a:pt x="212" y="233"/>
                  <a:pt x="212" y="227"/>
                  <a:pt x="215" y="224"/>
                </a:cubicBezTo>
                <a:cubicBezTo>
                  <a:pt x="218" y="221"/>
                  <a:pt x="224" y="221"/>
                  <a:pt x="227" y="224"/>
                </a:cubicBezTo>
                <a:cubicBezTo>
                  <a:pt x="230" y="227"/>
                  <a:pt x="230" y="233"/>
                  <a:pt x="227" y="236"/>
                </a:cubicBezTo>
                <a:cubicBezTo>
                  <a:pt x="226" y="238"/>
                  <a:pt x="223" y="238"/>
                  <a:pt x="221" y="238"/>
                </a:cubicBezTo>
                <a:close/>
                <a:moveTo>
                  <a:pt x="1278" y="238"/>
                </a:moveTo>
                <a:cubicBezTo>
                  <a:pt x="1276" y="238"/>
                  <a:pt x="1274" y="237"/>
                  <a:pt x="1272" y="236"/>
                </a:cubicBezTo>
                <a:cubicBezTo>
                  <a:pt x="1265" y="228"/>
                  <a:pt x="1257" y="221"/>
                  <a:pt x="1250" y="214"/>
                </a:cubicBezTo>
                <a:cubicBezTo>
                  <a:pt x="1203" y="170"/>
                  <a:pt x="1150" y="133"/>
                  <a:pt x="1093" y="102"/>
                </a:cubicBezTo>
                <a:cubicBezTo>
                  <a:pt x="1091" y="101"/>
                  <a:pt x="1090" y="99"/>
                  <a:pt x="1089" y="97"/>
                </a:cubicBezTo>
                <a:cubicBezTo>
                  <a:pt x="1089" y="95"/>
                  <a:pt x="1089" y="93"/>
                  <a:pt x="1090" y="91"/>
                </a:cubicBezTo>
                <a:cubicBezTo>
                  <a:pt x="1092" y="87"/>
                  <a:pt x="1097" y="85"/>
                  <a:pt x="1101" y="87"/>
                </a:cubicBezTo>
                <a:cubicBezTo>
                  <a:pt x="1160" y="118"/>
                  <a:pt x="1214" y="157"/>
                  <a:pt x="1262" y="202"/>
                </a:cubicBezTo>
                <a:cubicBezTo>
                  <a:pt x="1269" y="209"/>
                  <a:pt x="1277" y="216"/>
                  <a:pt x="1284" y="224"/>
                </a:cubicBezTo>
                <a:cubicBezTo>
                  <a:pt x="1287" y="227"/>
                  <a:pt x="1287" y="232"/>
                  <a:pt x="1284" y="236"/>
                </a:cubicBezTo>
                <a:cubicBezTo>
                  <a:pt x="1282" y="237"/>
                  <a:pt x="1280" y="238"/>
                  <a:pt x="1278" y="238"/>
                </a:cubicBezTo>
                <a:close/>
                <a:moveTo>
                  <a:pt x="254" y="207"/>
                </a:moveTo>
                <a:cubicBezTo>
                  <a:pt x="251" y="207"/>
                  <a:pt x="249" y="206"/>
                  <a:pt x="247" y="204"/>
                </a:cubicBezTo>
                <a:cubicBezTo>
                  <a:pt x="246" y="203"/>
                  <a:pt x="245" y="201"/>
                  <a:pt x="245" y="198"/>
                </a:cubicBezTo>
                <a:cubicBezTo>
                  <a:pt x="245" y="196"/>
                  <a:pt x="246" y="194"/>
                  <a:pt x="248" y="192"/>
                </a:cubicBezTo>
                <a:cubicBezTo>
                  <a:pt x="259" y="182"/>
                  <a:pt x="271" y="172"/>
                  <a:pt x="283" y="163"/>
                </a:cubicBezTo>
                <a:cubicBezTo>
                  <a:pt x="287" y="160"/>
                  <a:pt x="292" y="161"/>
                  <a:pt x="295" y="164"/>
                </a:cubicBezTo>
                <a:cubicBezTo>
                  <a:pt x="298" y="168"/>
                  <a:pt x="297" y="173"/>
                  <a:pt x="294" y="176"/>
                </a:cubicBezTo>
                <a:cubicBezTo>
                  <a:pt x="282" y="185"/>
                  <a:pt x="270" y="195"/>
                  <a:pt x="259" y="205"/>
                </a:cubicBezTo>
                <a:cubicBezTo>
                  <a:pt x="258" y="206"/>
                  <a:pt x="256" y="207"/>
                  <a:pt x="254" y="207"/>
                </a:cubicBezTo>
                <a:close/>
                <a:moveTo>
                  <a:pt x="325" y="151"/>
                </a:moveTo>
                <a:cubicBezTo>
                  <a:pt x="322" y="151"/>
                  <a:pt x="319" y="150"/>
                  <a:pt x="318" y="147"/>
                </a:cubicBezTo>
                <a:cubicBezTo>
                  <a:pt x="316" y="145"/>
                  <a:pt x="316" y="143"/>
                  <a:pt x="316" y="141"/>
                </a:cubicBezTo>
                <a:cubicBezTo>
                  <a:pt x="317" y="139"/>
                  <a:pt x="318" y="137"/>
                  <a:pt x="320" y="135"/>
                </a:cubicBezTo>
                <a:cubicBezTo>
                  <a:pt x="361" y="106"/>
                  <a:pt x="405" y="82"/>
                  <a:pt x="451" y="62"/>
                </a:cubicBezTo>
                <a:cubicBezTo>
                  <a:pt x="475" y="52"/>
                  <a:pt x="499" y="42"/>
                  <a:pt x="524" y="34"/>
                </a:cubicBezTo>
                <a:cubicBezTo>
                  <a:pt x="524" y="34"/>
                  <a:pt x="524" y="34"/>
                  <a:pt x="524" y="34"/>
                </a:cubicBezTo>
                <a:cubicBezTo>
                  <a:pt x="524" y="34"/>
                  <a:pt x="524" y="34"/>
                  <a:pt x="524" y="34"/>
                </a:cubicBezTo>
                <a:cubicBezTo>
                  <a:pt x="529" y="33"/>
                  <a:pt x="533" y="36"/>
                  <a:pt x="535" y="40"/>
                </a:cubicBezTo>
                <a:cubicBezTo>
                  <a:pt x="536" y="44"/>
                  <a:pt x="534" y="49"/>
                  <a:pt x="529" y="51"/>
                </a:cubicBezTo>
                <a:cubicBezTo>
                  <a:pt x="505" y="58"/>
                  <a:pt x="481" y="67"/>
                  <a:pt x="458" y="77"/>
                </a:cubicBezTo>
                <a:cubicBezTo>
                  <a:pt x="413" y="97"/>
                  <a:pt x="370" y="121"/>
                  <a:pt x="329" y="149"/>
                </a:cubicBezTo>
                <a:cubicBezTo>
                  <a:pt x="328" y="150"/>
                  <a:pt x="326" y="151"/>
                  <a:pt x="325" y="151"/>
                </a:cubicBezTo>
                <a:close/>
                <a:moveTo>
                  <a:pt x="1057" y="83"/>
                </a:moveTo>
                <a:cubicBezTo>
                  <a:pt x="1056" y="83"/>
                  <a:pt x="1054" y="83"/>
                  <a:pt x="1053" y="82"/>
                </a:cubicBezTo>
                <a:cubicBezTo>
                  <a:pt x="1040" y="76"/>
                  <a:pt x="1026" y="70"/>
                  <a:pt x="1012" y="65"/>
                </a:cubicBezTo>
                <a:cubicBezTo>
                  <a:pt x="1008" y="64"/>
                  <a:pt x="1005" y="59"/>
                  <a:pt x="1007" y="54"/>
                </a:cubicBezTo>
                <a:cubicBezTo>
                  <a:pt x="1009" y="50"/>
                  <a:pt x="1014" y="48"/>
                  <a:pt x="1018" y="49"/>
                </a:cubicBezTo>
                <a:cubicBezTo>
                  <a:pt x="1032" y="55"/>
                  <a:pt x="1046" y="61"/>
                  <a:pt x="1060" y="67"/>
                </a:cubicBezTo>
                <a:cubicBezTo>
                  <a:pt x="1065" y="69"/>
                  <a:pt x="1066" y="74"/>
                  <a:pt x="1064" y="78"/>
                </a:cubicBezTo>
                <a:cubicBezTo>
                  <a:pt x="1063" y="81"/>
                  <a:pt x="1060" y="83"/>
                  <a:pt x="1057" y="83"/>
                </a:cubicBezTo>
                <a:close/>
                <a:moveTo>
                  <a:pt x="972" y="51"/>
                </a:moveTo>
                <a:cubicBezTo>
                  <a:pt x="971" y="51"/>
                  <a:pt x="971" y="51"/>
                  <a:pt x="970" y="50"/>
                </a:cubicBezTo>
                <a:cubicBezTo>
                  <a:pt x="968" y="50"/>
                  <a:pt x="966" y="48"/>
                  <a:pt x="965" y="46"/>
                </a:cubicBezTo>
                <a:cubicBezTo>
                  <a:pt x="964" y="44"/>
                  <a:pt x="964" y="42"/>
                  <a:pt x="964" y="40"/>
                </a:cubicBezTo>
                <a:cubicBezTo>
                  <a:pt x="966" y="35"/>
                  <a:pt x="970" y="33"/>
                  <a:pt x="975" y="34"/>
                </a:cubicBezTo>
                <a:cubicBezTo>
                  <a:pt x="979" y="36"/>
                  <a:pt x="982" y="40"/>
                  <a:pt x="980" y="45"/>
                </a:cubicBezTo>
                <a:cubicBezTo>
                  <a:pt x="979" y="48"/>
                  <a:pt x="976" y="51"/>
                  <a:pt x="972" y="51"/>
                </a:cubicBezTo>
                <a:close/>
                <a:moveTo>
                  <a:pt x="570" y="39"/>
                </a:moveTo>
                <a:cubicBezTo>
                  <a:pt x="570" y="39"/>
                  <a:pt x="570" y="39"/>
                  <a:pt x="570" y="39"/>
                </a:cubicBezTo>
                <a:cubicBezTo>
                  <a:pt x="566" y="39"/>
                  <a:pt x="563" y="36"/>
                  <a:pt x="562" y="32"/>
                </a:cubicBezTo>
                <a:cubicBezTo>
                  <a:pt x="561" y="28"/>
                  <a:pt x="564" y="23"/>
                  <a:pt x="568" y="22"/>
                </a:cubicBezTo>
                <a:cubicBezTo>
                  <a:pt x="573" y="21"/>
                  <a:pt x="577" y="24"/>
                  <a:pt x="578" y="28"/>
                </a:cubicBezTo>
                <a:cubicBezTo>
                  <a:pt x="579" y="31"/>
                  <a:pt x="579" y="33"/>
                  <a:pt x="577" y="35"/>
                </a:cubicBezTo>
                <a:cubicBezTo>
                  <a:pt x="577" y="36"/>
                  <a:pt x="575" y="37"/>
                  <a:pt x="573" y="38"/>
                </a:cubicBezTo>
                <a:cubicBezTo>
                  <a:pt x="574" y="38"/>
                  <a:pt x="574" y="38"/>
                  <a:pt x="574" y="38"/>
                </a:cubicBezTo>
                <a:cubicBezTo>
                  <a:pt x="572" y="39"/>
                  <a:pt x="572" y="39"/>
                  <a:pt x="572" y="39"/>
                </a:cubicBezTo>
                <a:cubicBezTo>
                  <a:pt x="572" y="39"/>
                  <a:pt x="571" y="39"/>
                  <a:pt x="570" y="39"/>
                </a:cubicBezTo>
                <a:close/>
                <a:moveTo>
                  <a:pt x="929" y="39"/>
                </a:moveTo>
                <a:cubicBezTo>
                  <a:pt x="928" y="39"/>
                  <a:pt x="927" y="39"/>
                  <a:pt x="927" y="38"/>
                </a:cubicBezTo>
                <a:cubicBezTo>
                  <a:pt x="869" y="24"/>
                  <a:pt x="810" y="17"/>
                  <a:pt x="750" y="17"/>
                </a:cubicBezTo>
                <a:cubicBezTo>
                  <a:pt x="744" y="17"/>
                  <a:pt x="738" y="17"/>
                  <a:pt x="733" y="17"/>
                </a:cubicBezTo>
                <a:cubicBezTo>
                  <a:pt x="724" y="17"/>
                  <a:pt x="714" y="18"/>
                  <a:pt x="705" y="18"/>
                </a:cubicBezTo>
                <a:cubicBezTo>
                  <a:pt x="700" y="19"/>
                  <a:pt x="696" y="15"/>
                  <a:pt x="696" y="10"/>
                </a:cubicBezTo>
                <a:cubicBezTo>
                  <a:pt x="695" y="6"/>
                  <a:pt x="699" y="2"/>
                  <a:pt x="704" y="1"/>
                </a:cubicBezTo>
                <a:cubicBezTo>
                  <a:pt x="713" y="1"/>
                  <a:pt x="723" y="0"/>
                  <a:pt x="733" y="0"/>
                </a:cubicBezTo>
                <a:cubicBezTo>
                  <a:pt x="738" y="0"/>
                  <a:pt x="744" y="0"/>
                  <a:pt x="750" y="0"/>
                </a:cubicBezTo>
                <a:cubicBezTo>
                  <a:pt x="811" y="0"/>
                  <a:pt x="872" y="7"/>
                  <a:pt x="931" y="22"/>
                </a:cubicBezTo>
                <a:cubicBezTo>
                  <a:pt x="933" y="23"/>
                  <a:pt x="935" y="24"/>
                  <a:pt x="936" y="26"/>
                </a:cubicBezTo>
                <a:cubicBezTo>
                  <a:pt x="937" y="28"/>
                  <a:pt x="938" y="30"/>
                  <a:pt x="937" y="32"/>
                </a:cubicBezTo>
                <a:cubicBezTo>
                  <a:pt x="936" y="36"/>
                  <a:pt x="933" y="39"/>
                  <a:pt x="929" y="39"/>
                </a:cubicBezTo>
                <a:close/>
                <a:moveTo>
                  <a:pt x="614" y="29"/>
                </a:moveTo>
                <a:cubicBezTo>
                  <a:pt x="610" y="29"/>
                  <a:pt x="607" y="26"/>
                  <a:pt x="606" y="22"/>
                </a:cubicBezTo>
                <a:cubicBezTo>
                  <a:pt x="605" y="18"/>
                  <a:pt x="608" y="13"/>
                  <a:pt x="613" y="12"/>
                </a:cubicBezTo>
                <a:cubicBezTo>
                  <a:pt x="628" y="10"/>
                  <a:pt x="643" y="7"/>
                  <a:pt x="658" y="6"/>
                </a:cubicBezTo>
                <a:cubicBezTo>
                  <a:pt x="658" y="6"/>
                  <a:pt x="658" y="6"/>
                  <a:pt x="658" y="6"/>
                </a:cubicBezTo>
                <a:cubicBezTo>
                  <a:pt x="663" y="5"/>
                  <a:pt x="667" y="8"/>
                  <a:pt x="668" y="13"/>
                </a:cubicBezTo>
                <a:cubicBezTo>
                  <a:pt x="668" y="18"/>
                  <a:pt x="665" y="22"/>
                  <a:pt x="660" y="22"/>
                </a:cubicBezTo>
                <a:cubicBezTo>
                  <a:pt x="645" y="24"/>
                  <a:pt x="631" y="26"/>
                  <a:pt x="616" y="29"/>
                </a:cubicBezTo>
                <a:cubicBezTo>
                  <a:pt x="615" y="29"/>
                  <a:pt x="615" y="29"/>
                  <a:pt x="614" y="29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45714" tIns="22857" rIns="45714" bIns="22857" numCol="1" anchor="t" anchorCtr="0" compatLnSpc="1">
            <a:prstTxWarp prst="textNoShape">
              <a:avLst/>
            </a:prstTxWarp>
          </a:bodyPr>
          <a:lstStyle/>
          <a:p>
            <a:pPr defTabSz="228554"/>
            <a:endParaRPr lang="en-US" dirty="0">
              <a:solidFill>
                <a:srgbClr val="FFFFFF"/>
              </a:solidFill>
              <a:latin typeface="Oswald Light" pitchFamily="2" charset="-52"/>
            </a:endParaRPr>
          </a:p>
        </p:txBody>
      </p:sp>
      <p:sp>
        <p:nvSpPr>
          <p:cNvPr id="116" name="Oval 27">
            <a:extLst>
              <a:ext uri="{FF2B5EF4-FFF2-40B4-BE49-F238E27FC236}">
                <a16:creationId xmlns:a16="http://schemas.microsoft.com/office/drawing/2014/main" id="{BEF51823-C239-40C5-92B9-E55F3486CC8A}"/>
              </a:ext>
            </a:extLst>
          </p:cNvPr>
          <p:cNvSpPr/>
          <p:nvPr/>
        </p:nvSpPr>
        <p:spPr>
          <a:xfrm>
            <a:off x="7603565" y="4211054"/>
            <a:ext cx="1158248" cy="115824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1270000" sx="102000" sy="102000" algn="ctr" rotWithShape="0">
              <a:schemeClr val="accent2">
                <a:lumMod val="75000"/>
                <a:alpha val="47000"/>
              </a:schemeClr>
            </a:outerShdw>
            <a:softEdge rad="5334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 dirty="0">
              <a:latin typeface="Oswald Light" pitchFamily="2" charset="-52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5E75935-A80E-49BB-9699-3436E93E3D93}"/>
              </a:ext>
            </a:extLst>
          </p:cNvPr>
          <p:cNvSpPr txBox="1">
            <a:spLocks/>
          </p:cNvSpPr>
          <p:nvPr/>
        </p:nvSpPr>
        <p:spPr bwMode="gray">
          <a:xfrm>
            <a:off x="3263553" y="1853880"/>
            <a:ext cx="1160097" cy="430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lvl="0" indent="0" defTabSz="895350" eaLnBrk="1" hangingPunct="1">
              <a:buClr>
                <a:schemeClr val="tx2"/>
              </a:buClr>
              <a:defRPr>
                <a:latin typeface="+mn-lt"/>
              </a:defRPr>
            </a:lvl1pPr>
            <a:lvl2pPr marL="193675" lvl="1" indent="-192088" defTabSz="895350" eaLnBrk="1" hangingPunct="1">
              <a:buClr>
                <a:schemeClr val="tx2"/>
              </a:buClr>
              <a:buSzPct val="125000"/>
              <a:buFont typeface="Arial" charset="0"/>
              <a:buChar char="▪"/>
              <a:defRPr>
                <a:latin typeface="+mn-lt"/>
              </a:defRPr>
            </a:lvl2pPr>
            <a:lvl3pPr marL="457200" lvl="2" indent="-261938" defTabSz="895350" eaLnBrk="1" hangingPunct="1">
              <a:buClr>
                <a:schemeClr val="tx2"/>
              </a:buClr>
              <a:buSzPct val="120000"/>
              <a:buFont typeface="Arial" charset="0"/>
              <a:buChar char="–"/>
              <a:defRPr>
                <a:latin typeface="+mn-lt"/>
              </a:defRPr>
            </a:lvl3pPr>
            <a:lvl4pPr marL="614363" lvl="3" indent="-155575" defTabSz="895350" eaLnBrk="1" hangingPunct="1">
              <a:buClr>
                <a:schemeClr val="tx2"/>
              </a:buClr>
              <a:buSzPct val="120000"/>
              <a:buFont typeface="Arial" charset="0"/>
              <a:buChar char="▫"/>
              <a:defRPr>
                <a:latin typeface="+mn-lt"/>
              </a:defRPr>
            </a:lvl4pPr>
            <a:lvl5pPr marL="749808" lvl="4" indent="-130175" defTabSz="895350" eaLnBrk="1" hangingPunct="1"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5pPr>
            <a:lvl6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6pPr>
            <a:lvl7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7pPr>
            <a:lvl8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8pPr>
            <a:lvl9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9pPr>
          </a:lstStyle>
          <a:p>
            <a:pPr algn="r"/>
            <a:r>
              <a:rPr lang="en-US" sz="2800" dirty="0">
                <a:solidFill>
                  <a:schemeClr val="bg1"/>
                </a:solidFill>
              </a:rPr>
              <a:t>Vite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9F0481FD-4A4C-412F-9D60-26B3653EE0B2}"/>
              </a:ext>
            </a:extLst>
          </p:cNvPr>
          <p:cNvSpPr txBox="1">
            <a:spLocks/>
          </p:cNvSpPr>
          <p:nvPr/>
        </p:nvSpPr>
        <p:spPr bwMode="gray">
          <a:xfrm>
            <a:off x="426720" y="3193372"/>
            <a:ext cx="3131129" cy="430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lvl="0" indent="0" defTabSz="895350" eaLnBrk="1" hangingPunct="1">
              <a:buClr>
                <a:schemeClr val="tx2"/>
              </a:buClr>
              <a:defRPr>
                <a:latin typeface="+mn-lt"/>
              </a:defRPr>
            </a:lvl1pPr>
            <a:lvl2pPr marL="193675" lvl="1" indent="-192088" defTabSz="895350" eaLnBrk="1" hangingPunct="1">
              <a:buClr>
                <a:schemeClr val="tx2"/>
              </a:buClr>
              <a:buSzPct val="125000"/>
              <a:buFont typeface="Arial" charset="0"/>
              <a:buChar char="▪"/>
              <a:defRPr>
                <a:latin typeface="+mn-lt"/>
              </a:defRPr>
            </a:lvl2pPr>
            <a:lvl3pPr marL="457200" lvl="2" indent="-261938" defTabSz="895350" eaLnBrk="1" hangingPunct="1">
              <a:buClr>
                <a:schemeClr val="tx2"/>
              </a:buClr>
              <a:buSzPct val="120000"/>
              <a:buFont typeface="Arial" charset="0"/>
              <a:buChar char="–"/>
              <a:defRPr>
                <a:latin typeface="+mn-lt"/>
              </a:defRPr>
            </a:lvl3pPr>
            <a:lvl4pPr marL="614363" lvl="3" indent="-155575" defTabSz="895350" eaLnBrk="1" hangingPunct="1">
              <a:buClr>
                <a:schemeClr val="tx2"/>
              </a:buClr>
              <a:buSzPct val="120000"/>
              <a:buFont typeface="Arial" charset="0"/>
              <a:buChar char="▫"/>
              <a:defRPr>
                <a:latin typeface="+mn-lt"/>
              </a:defRPr>
            </a:lvl4pPr>
            <a:lvl5pPr marL="749808" lvl="4" indent="-130175" defTabSz="895350" eaLnBrk="1" hangingPunct="1"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5pPr>
            <a:lvl6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6pPr>
            <a:lvl7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7pPr>
            <a:lvl8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8pPr>
            <a:lvl9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9pPr>
          </a:lstStyle>
          <a:p>
            <a:pPr algn="r"/>
            <a:r>
              <a:rPr lang="en-US" sz="2800" dirty="0">
                <a:solidFill>
                  <a:schemeClr val="bg1"/>
                </a:solidFill>
              </a:rPr>
              <a:t>TypeScript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C8270D9-414C-4042-A13C-F3C158D53DBF}"/>
              </a:ext>
            </a:extLst>
          </p:cNvPr>
          <p:cNvSpPr txBox="1">
            <a:spLocks/>
          </p:cNvSpPr>
          <p:nvPr/>
        </p:nvSpPr>
        <p:spPr bwMode="gray">
          <a:xfrm>
            <a:off x="2625552" y="4846334"/>
            <a:ext cx="1426688" cy="430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lvl="0" indent="0" defTabSz="895350" eaLnBrk="1" hangingPunct="1">
              <a:buClr>
                <a:schemeClr val="tx2"/>
              </a:buClr>
              <a:defRPr>
                <a:latin typeface="+mn-lt"/>
              </a:defRPr>
            </a:lvl1pPr>
            <a:lvl2pPr marL="193675" lvl="1" indent="-192088" defTabSz="895350" eaLnBrk="1" hangingPunct="1">
              <a:buClr>
                <a:schemeClr val="tx2"/>
              </a:buClr>
              <a:buSzPct val="125000"/>
              <a:buFont typeface="Arial" charset="0"/>
              <a:buChar char="▪"/>
              <a:defRPr>
                <a:latin typeface="+mn-lt"/>
              </a:defRPr>
            </a:lvl2pPr>
            <a:lvl3pPr marL="457200" lvl="2" indent="-261938" defTabSz="895350" eaLnBrk="1" hangingPunct="1">
              <a:buClr>
                <a:schemeClr val="tx2"/>
              </a:buClr>
              <a:buSzPct val="120000"/>
              <a:buFont typeface="Arial" charset="0"/>
              <a:buChar char="–"/>
              <a:defRPr>
                <a:latin typeface="+mn-lt"/>
              </a:defRPr>
            </a:lvl3pPr>
            <a:lvl4pPr marL="614363" lvl="3" indent="-155575" defTabSz="895350" eaLnBrk="1" hangingPunct="1">
              <a:buClr>
                <a:schemeClr val="tx2"/>
              </a:buClr>
              <a:buSzPct val="120000"/>
              <a:buFont typeface="Arial" charset="0"/>
              <a:buChar char="▫"/>
              <a:defRPr>
                <a:latin typeface="+mn-lt"/>
              </a:defRPr>
            </a:lvl4pPr>
            <a:lvl5pPr marL="749808" lvl="4" indent="-130175" defTabSz="895350" eaLnBrk="1" hangingPunct="1"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5pPr>
            <a:lvl6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6pPr>
            <a:lvl7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7pPr>
            <a:lvl8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8pPr>
            <a:lvl9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9pPr>
          </a:lstStyle>
          <a:p>
            <a:pPr marL="0" algn="r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2800" kern="1200" dirty="0">
                <a:solidFill>
                  <a:srgbClr val="FFFFFF"/>
                </a:solidFill>
                <a:effectLst/>
              </a:rPr>
              <a:t>React</a:t>
            </a:r>
            <a:endParaRPr lang="ru-RU" sz="2800" dirty="0">
              <a:effectLst/>
            </a:endParaRP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FAAB3259-FFEE-4FAC-B2A3-580D5A38C100}"/>
              </a:ext>
            </a:extLst>
          </p:cNvPr>
          <p:cNvSpPr txBox="1">
            <a:spLocks/>
          </p:cNvSpPr>
          <p:nvPr/>
        </p:nvSpPr>
        <p:spPr bwMode="gray">
          <a:xfrm>
            <a:off x="8048716" y="4983888"/>
            <a:ext cx="3749215" cy="430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lvl="0" indent="0" defTabSz="895350" eaLnBrk="1" hangingPunct="1">
              <a:buClr>
                <a:schemeClr val="tx2"/>
              </a:buClr>
              <a:defRPr>
                <a:latin typeface="+mn-lt"/>
              </a:defRPr>
            </a:lvl1pPr>
            <a:lvl2pPr marL="193675" lvl="1" indent="-192088" defTabSz="895350" eaLnBrk="1" hangingPunct="1">
              <a:buClr>
                <a:schemeClr val="tx2"/>
              </a:buClr>
              <a:buSzPct val="125000"/>
              <a:buFont typeface="Arial" charset="0"/>
              <a:buChar char="▪"/>
              <a:defRPr>
                <a:latin typeface="+mn-lt"/>
              </a:defRPr>
            </a:lvl2pPr>
            <a:lvl3pPr marL="457200" lvl="2" indent="-261938" defTabSz="895350" eaLnBrk="1" hangingPunct="1">
              <a:buClr>
                <a:schemeClr val="tx2"/>
              </a:buClr>
              <a:buSzPct val="120000"/>
              <a:buFont typeface="Arial" charset="0"/>
              <a:buChar char="–"/>
              <a:defRPr>
                <a:latin typeface="+mn-lt"/>
              </a:defRPr>
            </a:lvl3pPr>
            <a:lvl4pPr marL="614363" lvl="3" indent="-155575" defTabSz="895350" eaLnBrk="1" hangingPunct="1">
              <a:buClr>
                <a:schemeClr val="tx2"/>
              </a:buClr>
              <a:buSzPct val="120000"/>
              <a:buFont typeface="Arial" charset="0"/>
              <a:buChar char="▫"/>
              <a:defRPr>
                <a:latin typeface="+mn-lt"/>
              </a:defRPr>
            </a:lvl4pPr>
            <a:lvl5pPr marL="749808" lvl="4" indent="-130175" defTabSz="895350" eaLnBrk="1" hangingPunct="1"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5pPr>
            <a:lvl6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6pPr>
            <a:lvl7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7pPr>
            <a:lvl8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8pPr>
            <a:lvl9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9pPr>
          </a:lstStyle>
          <a:p>
            <a:r>
              <a:rPr lang="en-US" sz="2800" dirty="0">
                <a:solidFill>
                  <a:schemeClr val="bg1"/>
                </a:solidFill>
              </a:rPr>
              <a:t>ASP.NET Core Web API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29BE7C6D-BC87-439D-B304-E6DE4E189DAE}"/>
              </a:ext>
            </a:extLst>
          </p:cNvPr>
          <p:cNvSpPr txBox="1">
            <a:spLocks/>
          </p:cNvSpPr>
          <p:nvPr/>
        </p:nvSpPr>
        <p:spPr bwMode="gray">
          <a:xfrm>
            <a:off x="7661044" y="1853880"/>
            <a:ext cx="3749215" cy="430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lvl="0" indent="0" defTabSz="895350" eaLnBrk="1" hangingPunct="1">
              <a:buClr>
                <a:schemeClr val="tx2"/>
              </a:buClr>
              <a:defRPr>
                <a:latin typeface="+mn-lt"/>
              </a:defRPr>
            </a:lvl1pPr>
            <a:lvl2pPr marL="193675" lvl="1" indent="-192088" defTabSz="895350" eaLnBrk="1" hangingPunct="1">
              <a:buClr>
                <a:schemeClr val="tx2"/>
              </a:buClr>
              <a:buSzPct val="125000"/>
              <a:buFont typeface="Arial" charset="0"/>
              <a:buChar char="▪"/>
              <a:defRPr>
                <a:latin typeface="+mn-lt"/>
              </a:defRPr>
            </a:lvl2pPr>
            <a:lvl3pPr marL="457200" lvl="2" indent="-261938" defTabSz="895350" eaLnBrk="1" hangingPunct="1">
              <a:buClr>
                <a:schemeClr val="tx2"/>
              </a:buClr>
              <a:buSzPct val="120000"/>
              <a:buFont typeface="Arial" charset="0"/>
              <a:buChar char="–"/>
              <a:defRPr>
                <a:latin typeface="+mn-lt"/>
              </a:defRPr>
            </a:lvl3pPr>
            <a:lvl4pPr marL="614363" lvl="3" indent="-155575" defTabSz="895350" eaLnBrk="1" hangingPunct="1">
              <a:buClr>
                <a:schemeClr val="tx2"/>
              </a:buClr>
              <a:buSzPct val="120000"/>
              <a:buFont typeface="Arial" charset="0"/>
              <a:buChar char="▫"/>
              <a:defRPr>
                <a:latin typeface="+mn-lt"/>
              </a:defRPr>
            </a:lvl4pPr>
            <a:lvl5pPr marL="749808" lvl="4" indent="-130175" defTabSz="895350" eaLnBrk="1" hangingPunct="1"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5pPr>
            <a:lvl6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6pPr>
            <a:lvl7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7pPr>
            <a:lvl8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8pPr>
            <a:lvl9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9pPr>
          </a:lstStyle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2800" kern="1200" dirty="0">
                <a:solidFill>
                  <a:srgbClr val="FFFFFF"/>
                </a:solidFill>
                <a:effectLst/>
              </a:rPr>
              <a:t>C# / .NET</a:t>
            </a:r>
            <a:endParaRPr lang="ru-RU" sz="2800" dirty="0">
              <a:effectLst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CFFF87CE-E090-4E70-B58F-C39EAAEF3E34}"/>
              </a:ext>
            </a:extLst>
          </p:cNvPr>
          <p:cNvSpPr txBox="1">
            <a:spLocks/>
          </p:cNvSpPr>
          <p:nvPr/>
        </p:nvSpPr>
        <p:spPr bwMode="gray">
          <a:xfrm>
            <a:off x="8495876" y="3227369"/>
            <a:ext cx="3575961" cy="430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lvl="0" indent="0" defTabSz="895350" eaLnBrk="1" hangingPunct="1">
              <a:buClr>
                <a:schemeClr val="tx2"/>
              </a:buClr>
              <a:defRPr>
                <a:latin typeface="+mn-lt"/>
              </a:defRPr>
            </a:lvl1pPr>
            <a:lvl2pPr marL="193675" lvl="1" indent="-192088" defTabSz="895350" eaLnBrk="1" hangingPunct="1">
              <a:buClr>
                <a:schemeClr val="tx2"/>
              </a:buClr>
              <a:buSzPct val="125000"/>
              <a:buFont typeface="Arial" charset="0"/>
              <a:buChar char="▪"/>
              <a:defRPr>
                <a:latin typeface="+mn-lt"/>
              </a:defRPr>
            </a:lvl2pPr>
            <a:lvl3pPr marL="457200" lvl="2" indent="-261938" defTabSz="895350" eaLnBrk="1" hangingPunct="1">
              <a:buClr>
                <a:schemeClr val="tx2"/>
              </a:buClr>
              <a:buSzPct val="120000"/>
              <a:buFont typeface="Arial" charset="0"/>
              <a:buChar char="–"/>
              <a:defRPr>
                <a:latin typeface="+mn-lt"/>
              </a:defRPr>
            </a:lvl3pPr>
            <a:lvl4pPr marL="614363" lvl="3" indent="-155575" defTabSz="895350" eaLnBrk="1" hangingPunct="1">
              <a:buClr>
                <a:schemeClr val="tx2"/>
              </a:buClr>
              <a:buSzPct val="120000"/>
              <a:buFont typeface="Arial" charset="0"/>
              <a:buChar char="▫"/>
              <a:defRPr>
                <a:latin typeface="+mn-lt"/>
              </a:defRPr>
            </a:lvl4pPr>
            <a:lvl5pPr marL="749808" lvl="4" indent="-130175" defTabSz="895350" eaLnBrk="1" hangingPunct="1"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5pPr>
            <a:lvl6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6pPr>
            <a:lvl7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7pPr>
            <a:lvl8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8pPr>
            <a:lvl9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9pPr>
          </a:lstStyle>
          <a:p>
            <a:pPr algn="l"/>
            <a:r>
              <a:rPr lang="en-US" sz="2800" dirty="0">
                <a:solidFill>
                  <a:schemeClr val="bg1"/>
                </a:solidFill>
              </a:rPr>
              <a:t>Entity Framework Core</a:t>
            </a:r>
          </a:p>
        </p:txBody>
      </p:sp>
      <p:sp>
        <p:nvSpPr>
          <p:cNvPr id="118" name="Полилиния: фигура 92">
            <a:extLst>
              <a:ext uri="{FF2B5EF4-FFF2-40B4-BE49-F238E27FC236}">
                <a16:creationId xmlns:a16="http://schemas.microsoft.com/office/drawing/2014/main" id="{A7E13369-8745-44FF-A330-E2621B7E6556}"/>
              </a:ext>
            </a:extLst>
          </p:cNvPr>
          <p:cNvSpPr/>
          <p:nvPr/>
        </p:nvSpPr>
        <p:spPr>
          <a:xfrm rot="5400000">
            <a:off x="4643716" y="1747928"/>
            <a:ext cx="688917" cy="688913"/>
          </a:xfrm>
          <a:custGeom>
            <a:avLst/>
            <a:gdLst>
              <a:gd name="connsiteX0" fmla="*/ 0 w 565546"/>
              <a:gd name="connsiteY0" fmla="*/ 282773 h 565546"/>
              <a:gd name="connsiteX1" fmla="*/ 282773 w 565546"/>
              <a:gd name="connsiteY1" fmla="*/ 0 h 565546"/>
              <a:gd name="connsiteX2" fmla="*/ 565546 w 565546"/>
              <a:gd name="connsiteY2" fmla="*/ 282773 h 565546"/>
              <a:gd name="connsiteX3" fmla="*/ 282773 w 565546"/>
              <a:gd name="connsiteY3" fmla="*/ 565546 h 565546"/>
              <a:gd name="connsiteX4" fmla="*/ 0 w 565546"/>
              <a:gd name="connsiteY4" fmla="*/ 282773 h 565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5546" h="565546">
                <a:moveTo>
                  <a:pt x="0" y="282773"/>
                </a:moveTo>
                <a:cubicBezTo>
                  <a:pt x="0" y="126602"/>
                  <a:pt x="126602" y="0"/>
                  <a:pt x="282773" y="0"/>
                </a:cubicBezTo>
                <a:cubicBezTo>
                  <a:pt x="438944" y="0"/>
                  <a:pt x="565546" y="126602"/>
                  <a:pt x="565546" y="282773"/>
                </a:cubicBezTo>
                <a:cubicBezTo>
                  <a:pt x="565546" y="438944"/>
                  <a:pt x="438944" y="565546"/>
                  <a:pt x="282773" y="565546"/>
                </a:cubicBezTo>
                <a:cubicBezTo>
                  <a:pt x="126602" y="565546"/>
                  <a:pt x="0" y="438944"/>
                  <a:pt x="0" y="282773"/>
                </a:cubicBezTo>
                <a:close/>
              </a:path>
            </a:pathLst>
          </a:custGeom>
          <a:solidFill>
            <a:schemeClr val="accent1"/>
          </a:solidFill>
          <a:ln w="25400">
            <a:noFill/>
          </a:ln>
          <a:effectLst>
            <a:outerShdw sx="1000" sy="1000" algn="ctr" rotWithShape="0">
              <a:prstClr val="black"/>
            </a:outerShdw>
          </a:effectLst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algn="ctr" defTabSz="2222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ru-RU" sz="1000" dirty="0">
              <a:solidFill>
                <a:srgbClr val="FFFFFF"/>
              </a:solidFill>
              <a:latin typeface="Oswald Light" pitchFamily="2" charset="-52"/>
              <a:ea typeface="VTB Group Cond Book" panose="020B0506050504020204" pitchFamily="34" charset="-52"/>
            </a:endParaRPr>
          </a:p>
        </p:txBody>
      </p:sp>
      <p:sp>
        <p:nvSpPr>
          <p:cNvPr id="119" name="Полилиния: фигура 92">
            <a:extLst>
              <a:ext uri="{FF2B5EF4-FFF2-40B4-BE49-F238E27FC236}">
                <a16:creationId xmlns:a16="http://schemas.microsoft.com/office/drawing/2014/main" id="{8849F612-55B5-4C6C-B399-20A0861E874C}"/>
              </a:ext>
            </a:extLst>
          </p:cNvPr>
          <p:cNvSpPr/>
          <p:nvPr/>
        </p:nvSpPr>
        <p:spPr>
          <a:xfrm rot="5400000">
            <a:off x="6744957" y="1747928"/>
            <a:ext cx="688917" cy="688913"/>
          </a:xfrm>
          <a:custGeom>
            <a:avLst/>
            <a:gdLst>
              <a:gd name="connsiteX0" fmla="*/ 0 w 565546"/>
              <a:gd name="connsiteY0" fmla="*/ 282773 h 565546"/>
              <a:gd name="connsiteX1" fmla="*/ 282773 w 565546"/>
              <a:gd name="connsiteY1" fmla="*/ 0 h 565546"/>
              <a:gd name="connsiteX2" fmla="*/ 565546 w 565546"/>
              <a:gd name="connsiteY2" fmla="*/ 282773 h 565546"/>
              <a:gd name="connsiteX3" fmla="*/ 282773 w 565546"/>
              <a:gd name="connsiteY3" fmla="*/ 565546 h 565546"/>
              <a:gd name="connsiteX4" fmla="*/ 0 w 565546"/>
              <a:gd name="connsiteY4" fmla="*/ 282773 h 565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5546" h="565546">
                <a:moveTo>
                  <a:pt x="0" y="282773"/>
                </a:moveTo>
                <a:cubicBezTo>
                  <a:pt x="0" y="126602"/>
                  <a:pt x="126602" y="0"/>
                  <a:pt x="282773" y="0"/>
                </a:cubicBezTo>
                <a:cubicBezTo>
                  <a:pt x="438944" y="0"/>
                  <a:pt x="565546" y="126602"/>
                  <a:pt x="565546" y="282773"/>
                </a:cubicBezTo>
                <a:cubicBezTo>
                  <a:pt x="565546" y="438944"/>
                  <a:pt x="438944" y="565546"/>
                  <a:pt x="282773" y="565546"/>
                </a:cubicBezTo>
                <a:cubicBezTo>
                  <a:pt x="126602" y="565546"/>
                  <a:pt x="0" y="438944"/>
                  <a:pt x="0" y="282773"/>
                </a:cubicBezTo>
                <a:close/>
              </a:path>
            </a:pathLst>
          </a:custGeom>
          <a:solidFill>
            <a:schemeClr val="accent1"/>
          </a:solidFill>
          <a:ln w="25400">
            <a:noFill/>
          </a:ln>
          <a:effectLst>
            <a:outerShdw sx="1000" sy="1000" algn="ctr" rotWithShape="0">
              <a:prstClr val="black"/>
            </a:outerShdw>
          </a:effectLst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algn="ctr" defTabSz="2222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ru-RU" sz="1000" dirty="0">
              <a:solidFill>
                <a:srgbClr val="FFFFFF"/>
              </a:solidFill>
              <a:latin typeface="Oswald Light" pitchFamily="2" charset="-52"/>
              <a:ea typeface="VTB Group Cond Book" panose="020B0506050504020204" pitchFamily="34" charset="-52"/>
            </a:endParaRPr>
          </a:p>
        </p:txBody>
      </p:sp>
      <p:sp>
        <p:nvSpPr>
          <p:cNvPr id="120" name="Полилиния: фигура 92">
            <a:extLst>
              <a:ext uri="{FF2B5EF4-FFF2-40B4-BE49-F238E27FC236}">
                <a16:creationId xmlns:a16="http://schemas.microsoft.com/office/drawing/2014/main" id="{DDA2F2D1-BB19-4B82-9D78-EBE14667165E}"/>
              </a:ext>
            </a:extLst>
          </p:cNvPr>
          <p:cNvSpPr/>
          <p:nvPr/>
        </p:nvSpPr>
        <p:spPr>
          <a:xfrm rot="5400000">
            <a:off x="3800334" y="3064359"/>
            <a:ext cx="688917" cy="688913"/>
          </a:xfrm>
          <a:custGeom>
            <a:avLst/>
            <a:gdLst>
              <a:gd name="connsiteX0" fmla="*/ 0 w 565546"/>
              <a:gd name="connsiteY0" fmla="*/ 282773 h 565546"/>
              <a:gd name="connsiteX1" fmla="*/ 282773 w 565546"/>
              <a:gd name="connsiteY1" fmla="*/ 0 h 565546"/>
              <a:gd name="connsiteX2" fmla="*/ 565546 w 565546"/>
              <a:gd name="connsiteY2" fmla="*/ 282773 h 565546"/>
              <a:gd name="connsiteX3" fmla="*/ 282773 w 565546"/>
              <a:gd name="connsiteY3" fmla="*/ 565546 h 565546"/>
              <a:gd name="connsiteX4" fmla="*/ 0 w 565546"/>
              <a:gd name="connsiteY4" fmla="*/ 282773 h 565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5546" h="565546">
                <a:moveTo>
                  <a:pt x="0" y="282773"/>
                </a:moveTo>
                <a:cubicBezTo>
                  <a:pt x="0" y="126602"/>
                  <a:pt x="126602" y="0"/>
                  <a:pt x="282773" y="0"/>
                </a:cubicBezTo>
                <a:cubicBezTo>
                  <a:pt x="438944" y="0"/>
                  <a:pt x="565546" y="126602"/>
                  <a:pt x="565546" y="282773"/>
                </a:cubicBezTo>
                <a:cubicBezTo>
                  <a:pt x="565546" y="438944"/>
                  <a:pt x="438944" y="565546"/>
                  <a:pt x="282773" y="565546"/>
                </a:cubicBezTo>
                <a:cubicBezTo>
                  <a:pt x="126602" y="565546"/>
                  <a:pt x="0" y="438944"/>
                  <a:pt x="0" y="282773"/>
                </a:cubicBezTo>
                <a:close/>
              </a:path>
            </a:pathLst>
          </a:custGeom>
          <a:solidFill>
            <a:schemeClr val="accent1"/>
          </a:solidFill>
          <a:ln w="25400">
            <a:noFill/>
          </a:ln>
          <a:effectLst>
            <a:outerShdw sx="1000" sy="1000" algn="ctr" rotWithShape="0">
              <a:prstClr val="black"/>
            </a:outerShdw>
          </a:effectLst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algn="ctr" defTabSz="2222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ru-RU" sz="1000" dirty="0">
              <a:solidFill>
                <a:srgbClr val="FFFFFF"/>
              </a:solidFill>
              <a:latin typeface="Oswald Light" pitchFamily="2" charset="-52"/>
              <a:ea typeface="VTB Group Cond Book" panose="020B0506050504020204" pitchFamily="34" charset="-52"/>
            </a:endParaRPr>
          </a:p>
        </p:txBody>
      </p:sp>
      <p:sp>
        <p:nvSpPr>
          <p:cNvPr id="121" name="Полилиния: фигура 92">
            <a:extLst>
              <a:ext uri="{FF2B5EF4-FFF2-40B4-BE49-F238E27FC236}">
                <a16:creationId xmlns:a16="http://schemas.microsoft.com/office/drawing/2014/main" id="{7523653C-F4CB-44CE-AF30-B2269BC1AAB9}"/>
              </a:ext>
            </a:extLst>
          </p:cNvPr>
          <p:cNvSpPr/>
          <p:nvPr/>
        </p:nvSpPr>
        <p:spPr>
          <a:xfrm rot="5400000">
            <a:off x="7167184" y="4696142"/>
            <a:ext cx="688917" cy="688913"/>
          </a:xfrm>
          <a:custGeom>
            <a:avLst/>
            <a:gdLst>
              <a:gd name="connsiteX0" fmla="*/ 0 w 565546"/>
              <a:gd name="connsiteY0" fmla="*/ 282773 h 565546"/>
              <a:gd name="connsiteX1" fmla="*/ 282773 w 565546"/>
              <a:gd name="connsiteY1" fmla="*/ 0 h 565546"/>
              <a:gd name="connsiteX2" fmla="*/ 565546 w 565546"/>
              <a:gd name="connsiteY2" fmla="*/ 282773 h 565546"/>
              <a:gd name="connsiteX3" fmla="*/ 282773 w 565546"/>
              <a:gd name="connsiteY3" fmla="*/ 565546 h 565546"/>
              <a:gd name="connsiteX4" fmla="*/ 0 w 565546"/>
              <a:gd name="connsiteY4" fmla="*/ 282773 h 565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5546" h="565546">
                <a:moveTo>
                  <a:pt x="0" y="282773"/>
                </a:moveTo>
                <a:cubicBezTo>
                  <a:pt x="0" y="126602"/>
                  <a:pt x="126602" y="0"/>
                  <a:pt x="282773" y="0"/>
                </a:cubicBezTo>
                <a:cubicBezTo>
                  <a:pt x="438944" y="0"/>
                  <a:pt x="565546" y="126602"/>
                  <a:pt x="565546" y="282773"/>
                </a:cubicBezTo>
                <a:cubicBezTo>
                  <a:pt x="565546" y="438944"/>
                  <a:pt x="438944" y="565546"/>
                  <a:pt x="282773" y="565546"/>
                </a:cubicBezTo>
                <a:cubicBezTo>
                  <a:pt x="126602" y="565546"/>
                  <a:pt x="0" y="438944"/>
                  <a:pt x="0" y="282773"/>
                </a:cubicBezTo>
                <a:close/>
              </a:path>
            </a:pathLst>
          </a:custGeom>
          <a:solidFill>
            <a:schemeClr val="accent1"/>
          </a:solidFill>
          <a:ln w="25400">
            <a:noFill/>
          </a:ln>
          <a:effectLst>
            <a:outerShdw sx="1000" sy="1000" algn="ctr" rotWithShape="0">
              <a:prstClr val="black"/>
            </a:outerShdw>
          </a:effectLst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algn="ctr" defTabSz="2222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ru-RU" sz="1000" dirty="0">
              <a:solidFill>
                <a:srgbClr val="FFFFFF"/>
              </a:solidFill>
              <a:latin typeface="Oswald Light" pitchFamily="2" charset="-52"/>
              <a:ea typeface="VTB Group Cond Book" panose="020B0506050504020204" pitchFamily="34" charset="-52"/>
            </a:endParaRPr>
          </a:p>
        </p:txBody>
      </p:sp>
      <p:sp>
        <p:nvSpPr>
          <p:cNvPr id="122" name="Полилиния: фигура 92">
            <a:extLst>
              <a:ext uri="{FF2B5EF4-FFF2-40B4-BE49-F238E27FC236}">
                <a16:creationId xmlns:a16="http://schemas.microsoft.com/office/drawing/2014/main" id="{041B9AD8-CEB6-4F45-AEBA-B436D5D3300D}"/>
              </a:ext>
            </a:extLst>
          </p:cNvPr>
          <p:cNvSpPr/>
          <p:nvPr/>
        </p:nvSpPr>
        <p:spPr>
          <a:xfrm rot="5400000">
            <a:off x="4273469" y="4696142"/>
            <a:ext cx="688917" cy="688913"/>
          </a:xfrm>
          <a:custGeom>
            <a:avLst/>
            <a:gdLst>
              <a:gd name="connsiteX0" fmla="*/ 0 w 565546"/>
              <a:gd name="connsiteY0" fmla="*/ 282773 h 565546"/>
              <a:gd name="connsiteX1" fmla="*/ 282773 w 565546"/>
              <a:gd name="connsiteY1" fmla="*/ 0 h 565546"/>
              <a:gd name="connsiteX2" fmla="*/ 565546 w 565546"/>
              <a:gd name="connsiteY2" fmla="*/ 282773 h 565546"/>
              <a:gd name="connsiteX3" fmla="*/ 282773 w 565546"/>
              <a:gd name="connsiteY3" fmla="*/ 565546 h 565546"/>
              <a:gd name="connsiteX4" fmla="*/ 0 w 565546"/>
              <a:gd name="connsiteY4" fmla="*/ 282773 h 565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5546" h="565546">
                <a:moveTo>
                  <a:pt x="0" y="282773"/>
                </a:moveTo>
                <a:cubicBezTo>
                  <a:pt x="0" y="126602"/>
                  <a:pt x="126602" y="0"/>
                  <a:pt x="282773" y="0"/>
                </a:cubicBezTo>
                <a:cubicBezTo>
                  <a:pt x="438944" y="0"/>
                  <a:pt x="565546" y="126602"/>
                  <a:pt x="565546" y="282773"/>
                </a:cubicBezTo>
                <a:cubicBezTo>
                  <a:pt x="565546" y="438944"/>
                  <a:pt x="438944" y="565546"/>
                  <a:pt x="282773" y="565546"/>
                </a:cubicBezTo>
                <a:cubicBezTo>
                  <a:pt x="126602" y="565546"/>
                  <a:pt x="0" y="438944"/>
                  <a:pt x="0" y="282773"/>
                </a:cubicBezTo>
                <a:close/>
              </a:path>
            </a:pathLst>
          </a:custGeom>
          <a:solidFill>
            <a:schemeClr val="accent1"/>
          </a:solidFill>
          <a:ln w="25400">
            <a:noFill/>
          </a:ln>
          <a:effectLst>
            <a:outerShdw sx="1000" sy="1000" algn="ctr" rotWithShape="0">
              <a:prstClr val="black"/>
            </a:outerShdw>
          </a:effectLst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algn="ctr" defTabSz="2222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ru-RU" sz="1000" dirty="0">
              <a:solidFill>
                <a:srgbClr val="FFFFFF"/>
              </a:solidFill>
              <a:latin typeface="Oswald Light" pitchFamily="2" charset="-52"/>
              <a:ea typeface="VTB Group Cond Book" panose="020B0506050504020204" pitchFamily="34" charset="-52"/>
            </a:endParaRPr>
          </a:p>
        </p:txBody>
      </p:sp>
      <p:sp>
        <p:nvSpPr>
          <p:cNvPr id="123" name="Полилиния: фигура 92">
            <a:extLst>
              <a:ext uri="{FF2B5EF4-FFF2-40B4-BE49-F238E27FC236}">
                <a16:creationId xmlns:a16="http://schemas.microsoft.com/office/drawing/2014/main" id="{638D6D20-8E45-46EC-86E6-F652BEA44667}"/>
              </a:ext>
            </a:extLst>
          </p:cNvPr>
          <p:cNvSpPr/>
          <p:nvPr/>
        </p:nvSpPr>
        <p:spPr>
          <a:xfrm rot="5400000">
            <a:off x="5711047" y="5339788"/>
            <a:ext cx="688917" cy="688913"/>
          </a:xfrm>
          <a:custGeom>
            <a:avLst/>
            <a:gdLst>
              <a:gd name="connsiteX0" fmla="*/ 0 w 565546"/>
              <a:gd name="connsiteY0" fmla="*/ 282773 h 565546"/>
              <a:gd name="connsiteX1" fmla="*/ 282773 w 565546"/>
              <a:gd name="connsiteY1" fmla="*/ 0 h 565546"/>
              <a:gd name="connsiteX2" fmla="*/ 565546 w 565546"/>
              <a:gd name="connsiteY2" fmla="*/ 282773 h 565546"/>
              <a:gd name="connsiteX3" fmla="*/ 282773 w 565546"/>
              <a:gd name="connsiteY3" fmla="*/ 565546 h 565546"/>
              <a:gd name="connsiteX4" fmla="*/ 0 w 565546"/>
              <a:gd name="connsiteY4" fmla="*/ 282773 h 565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5546" h="565546">
                <a:moveTo>
                  <a:pt x="0" y="282773"/>
                </a:moveTo>
                <a:cubicBezTo>
                  <a:pt x="0" y="126602"/>
                  <a:pt x="126602" y="0"/>
                  <a:pt x="282773" y="0"/>
                </a:cubicBezTo>
                <a:cubicBezTo>
                  <a:pt x="438944" y="0"/>
                  <a:pt x="565546" y="126602"/>
                  <a:pt x="565546" y="282773"/>
                </a:cubicBezTo>
                <a:cubicBezTo>
                  <a:pt x="565546" y="438944"/>
                  <a:pt x="438944" y="565546"/>
                  <a:pt x="282773" y="565546"/>
                </a:cubicBezTo>
                <a:cubicBezTo>
                  <a:pt x="126602" y="565546"/>
                  <a:pt x="0" y="438944"/>
                  <a:pt x="0" y="282773"/>
                </a:cubicBezTo>
                <a:close/>
              </a:path>
            </a:pathLst>
          </a:custGeom>
          <a:solidFill>
            <a:srgbClr val="3765AF"/>
          </a:solidFill>
          <a:ln w="25400">
            <a:noFill/>
          </a:ln>
          <a:effectLst>
            <a:outerShdw sx="1000" sy="1000" algn="ctr" rotWithShape="0">
              <a:prstClr val="black"/>
            </a:outerShdw>
          </a:effectLst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algn="ctr" defTabSz="2222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ru-RU" sz="1000" dirty="0">
              <a:solidFill>
                <a:srgbClr val="FFFFFF"/>
              </a:solidFill>
              <a:latin typeface="Oswald Light" pitchFamily="2" charset="-52"/>
              <a:ea typeface="VTB Group Cond Book" panose="020B0506050504020204" pitchFamily="34" charset="-52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3083E5F-773F-46D8-80B7-9566A8E16A8F}"/>
              </a:ext>
            </a:extLst>
          </p:cNvPr>
          <p:cNvSpPr txBox="1">
            <a:spLocks/>
          </p:cNvSpPr>
          <p:nvPr/>
        </p:nvSpPr>
        <p:spPr bwMode="gray">
          <a:xfrm>
            <a:off x="5225082" y="6040056"/>
            <a:ext cx="1694464" cy="430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lvl="0" indent="0" defTabSz="895350" eaLnBrk="1" hangingPunct="1">
              <a:buClr>
                <a:schemeClr val="tx2"/>
              </a:buClr>
              <a:defRPr>
                <a:latin typeface="+mn-lt"/>
              </a:defRPr>
            </a:lvl1pPr>
            <a:lvl2pPr marL="193675" lvl="1" indent="-192088" defTabSz="895350" eaLnBrk="1" hangingPunct="1">
              <a:buClr>
                <a:schemeClr val="tx2"/>
              </a:buClr>
              <a:buSzPct val="125000"/>
              <a:buFont typeface="Arial" charset="0"/>
              <a:buChar char="▪"/>
              <a:defRPr>
                <a:latin typeface="+mn-lt"/>
              </a:defRPr>
            </a:lvl2pPr>
            <a:lvl3pPr marL="457200" lvl="2" indent="-261938" defTabSz="895350" eaLnBrk="1" hangingPunct="1">
              <a:buClr>
                <a:schemeClr val="tx2"/>
              </a:buClr>
              <a:buSzPct val="120000"/>
              <a:buFont typeface="Arial" charset="0"/>
              <a:buChar char="–"/>
              <a:defRPr>
                <a:latin typeface="+mn-lt"/>
              </a:defRPr>
            </a:lvl3pPr>
            <a:lvl4pPr marL="614363" lvl="3" indent="-155575" defTabSz="895350" eaLnBrk="1" hangingPunct="1">
              <a:buClr>
                <a:schemeClr val="tx2"/>
              </a:buClr>
              <a:buSzPct val="120000"/>
              <a:buFont typeface="Arial" charset="0"/>
              <a:buChar char="▫"/>
              <a:defRPr>
                <a:latin typeface="+mn-lt"/>
              </a:defRPr>
            </a:lvl4pPr>
            <a:lvl5pPr marL="749808" lvl="4" indent="-130175" defTabSz="895350" eaLnBrk="1" hangingPunct="1"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5pPr>
            <a:lvl6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6pPr>
            <a:lvl7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7pPr>
            <a:lvl8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8pPr>
            <a:lvl9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>
                <a:latin typeface="+mn-lt"/>
              </a:defRPr>
            </a:lvl9pPr>
          </a:lstStyle>
          <a:p>
            <a:pPr algn="ctr"/>
            <a:r>
              <a:rPr lang="en-US" sz="2800" dirty="0">
                <a:solidFill>
                  <a:schemeClr val="bg1"/>
                </a:solidFill>
              </a:rPr>
              <a:t>MySQL</a:t>
            </a:r>
          </a:p>
        </p:txBody>
      </p:sp>
      <p:sp>
        <p:nvSpPr>
          <p:cNvPr id="173" name="Полилиния: фигура 92">
            <a:extLst>
              <a:ext uri="{FF2B5EF4-FFF2-40B4-BE49-F238E27FC236}">
                <a16:creationId xmlns:a16="http://schemas.microsoft.com/office/drawing/2014/main" id="{CF5BFEEF-430D-491D-92C5-3BCE7F80F617}"/>
              </a:ext>
            </a:extLst>
          </p:cNvPr>
          <p:cNvSpPr/>
          <p:nvPr/>
        </p:nvSpPr>
        <p:spPr>
          <a:xfrm rot="5400000">
            <a:off x="7630855" y="3064359"/>
            <a:ext cx="688917" cy="688913"/>
          </a:xfrm>
          <a:custGeom>
            <a:avLst/>
            <a:gdLst>
              <a:gd name="connsiteX0" fmla="*/ 0 w 565546"/>
              <a:gd name="connsiteY0" fmla="*/ 282773 h 565546"/>
              <a:gd name="connsiteX1" fmla="*/ 282773 w 565546"/>
              <a:gd name="connsiteY1" fmla="*/ 0 h 565546"/>
              <a:gd name="connsiteX2" fmla="*/ 565546 w 565546"/>
              <a:gd name="connsiteY2" fmla="*/ 282773 h 565546"/>
              <a:gd name="connsiteX3" fmla="*/ 282773 w 565546"/>
              <a:gd name="connsiteY3" fmla="*/ 565546 h 565546"/>
              <a:gd name="connsiteX4" fmla="*/ 0 w 565546"/>
              <a:gd name="connsiteY4" fmla="*/ 282773 h 565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5546" h="565546">
                <a:moveTo>
                  <a:pt x="0" y="282773"/>
                </a:moveTo>
                <a:cubicBezTo>
                  <a:pt x="0" y="126602"/>
                  <a:pt x="126602" y="0"/>
                  <a:pt x="282773" y="0"/>
                </a:cubicBezTo>
                <a:cubicBezTo>
                  <a:pt x="438944" y="0"/>
                  <a:pt x="565546" y="126602"/>
                  <a:pt x="565546" y="282773"/>
                </a:cubicBezTo>
                <a:cubicBezTo>
                  <a:pt x="565546" y="438944"/>
                  <a:pt x="438944" y="565546"/>
                  <a:pt x="282773" y="565546"/>
                </a:cubicBezTo>
                <a:cubicBezTo>
                  <a:pt x="126602" y="565546"/>
                  <a:pt x="0" y="438944"/>
                  <a:pt x="0" y="282773"/>
                </a:cubicBezTo>
                <a:close/>
              </a:path>
            </a:pathLst>
          </a:custGeom>
          <a:gradFill>
            <a:gsLst>
              <a:gs pos="11000">
                <a:srgbClr val="542ED5"/>
              </a:gs>
              <a:gs pos="100000">
                <a:srgbClr val="917AE5"/>
              </a:gs>
            </a:gsLst>
            <a:lin ang="10200000" scaled="0"/>
          </a:gradFill>
          <a:ln w="25400">
            <a:noFill/>
          </a:ln>
          <a:effectLst>
            <a:outerShdw sx="1000" sy="1000" algn="ctr" rotWithShape="0">
              <a:prstClr val="black"/>
            </a:outerShdw>
          </a:effectLst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algn="ctr" defTabSz="2222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ru-RU" sz="1000" dirty="0">
              <a:solidFill>
                <a:srgbClr val="FFFFFF"/>
              </a:solidFill>
              <a:latin typeface="Oswald Light" pitchFamily="2" charset="-52"/>
              <a:ea typeface="VTB Group Cond Book" panose="020B0506050504020204" pitchFamily="34" charset="-52"/>
            </a:endParaRPr>
          </a:p>
        </p:txBody>
      </p:sp>
      <p:sp>
        <p:nvSpPr>
          <p:cNvPr id="29" name="Подзаголовок 2">
            <a:extLst>
              <a:ext uri="{FF2B5EF4-FFF2-40B4-BE49-F238E27FC236}">
                <a16:creationId xmlns:a16="http://schemas.microsoft.com/office/drawing/2014/main" id="{FBD30801-0F6E-4791-A5A6-FEF9A5A3BDBA}"/>
              </a:ext>
            </a:extLst>
          </p:cNvPr>
          <p:cNvSpPr txBox="1">
            <a:spLocks/>
          </p:cNvSpPr>
          <p:nvPr/>
        </p:nvSpPr>
        <p:spPr>
          <a:xfrm>
            <a:off x="0" y="427839"/>
            <a:ext cx="12192000" cy="780176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sz="4000" b="1" dirty="0">
                <a:solidFill>
                  <a:schemeClr val="bg1"/>
                </a:solidFill>
                <a:latin typeface="+mj-lt"/>
              </a:rPr>
              <a:t>Используемые технологии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8F6DA4E-93E5-4B1A-9106-3ED86AE6D62B}"/>
              </a:ext>
            </a:extLst>
          </p:cNvPr>
          <p:cNvSpPr txBox="1"/>
          <p:nvPr/>
        </p:nvSpPr>
        <p:spPr>
          <a:xfrm>
            <a:off x="11496245" y="6162559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9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5818C98-F2D4-4DE3-AF3F-16B8F2E81A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61980" y="1739258"/>
            <a:ext cx="690615" cy="690615"/>
          </a:xfrm>
          <a:prstGeom prst="ellipse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16FB775-03C0-46CA-BBEC-F45909529D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9295" y="3193372"/>
            <a:ext cx="533040" cy="525578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5D6A9B3-C717-4582-A418-977028ADEDF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386" y="4783488"/>
            <a:ext cx="573082" cy="509954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5EEB8F5-69A8-46BF-A57D-B4FE65F2628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6059" y="5349811"/>
            <a:ext cx="678892" cy="678892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F30FF99C-B8E0-49B5-87B4-5D2F176B070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3734" y="4706308"/>
            <a:ext cx="688917" cy="688917"/>
          </a:xfrm>
          <a:prstGeom prst="ellipse">
            <a:avLst/>
          </a:prstGeom>
        </p:spPr>
      </p:pic>
      <p:sp>
        <p:nvSpPr>
          <p:cNvPr id="41" name="Полилиния: фигура 92">
            <a:extLst>
              <a:ext uri="{FF2B5EF4-FFF2-40B4-BE49-F238E27FC236}">
                <a16:creationId xmlns:a16="http://schemas.microsoft.com/office/drawing/2014/main" id="{5931C02E-97CA-435B-A5A7-DF0943F06180}"/>
              </a:ext>
            </a:extLst>
          </p:cNvPr>
          <p:cNvSpPr/>
          <p:nvPr/>
        </p:nvSpPr>
        <p:spPr>
          <a:xfrm rot="5400000">
            <a:off x="6744956" y="1747928"/>
            <a:ext cx="688917" cy="688913"/>
          </a:xfrm>
          <a:custGeom>
            <a:avLst/>
            <a:gdLst>
              <a:gd name="connsiteX0" fmla="*/ 0 w 565546"/>
              <a:gd name="connsiteY0" fmla="*/ 282773 h 565546"/>
              <a:gd name="connsiteX1" fmla="*/ 282773 w 565546"/>
              <a:gd name="connsiteY1" fmla="*/ 0 h 565546"/>
              <a:gd name="connsiteX2" fmla="*/ 565546 w 565546"/>
              <a:gd name="connsiteY2" fmla="*/ 282773 h 565546"/>
              <a:gd name="connsiteX3" fmla="*/ 282773 w 565546"/>
              <a:gd name="connsiteY3" fmla="*/ 565546 h 565546"/>
              <a:gd name="connsiteX4" fmla="*/ 0 w 565546"/>
              <a:gd name="connsiteY4" fmla="*/ 282773 h 565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5546" h="565546">
                <a:moveTo>
                  <a:pt x="0" y="282773"/>
                </a:moveTo>
                <a:cubicBezTo>
                  <a:pt x="0" y="126602"/>
                  <a:pt x="126602" y="0"/>
                  <a:pt x="282773" y="0"/>
                </a:cubicBezTo>
                <a:cubicBezTo>
                  <a:pt x="438944" y="0"/>
                  <a:pt x="565546" y="126602"/>
                  <a:pt x="565546" y="282773"/>
                </a:cubicBezTo>
                <a:cubicBezTo>
                  <a:pt x="565546" y="438944"/>
                  <a:pt x="438944" y="565546"/>
                  <a:pt x="282773" y="565546"/>
                </a:cubicBezTo>
                <a:cubicBezTo>
                  <a:pt x="126602" y="565546"/>
                  <a:pt x="0" y="438944"/>
                  <a:pt x="0" y="282773"/>
                </a:cubicBezTo>
                <a:close/>
              </a:path>
            </a:pathLst>
          </a:custGeom>
          <a:gradFill>
            <a:gsLst>
              <a:gs pos="17000">
                <a:srgbClr val="542ED5"/>
              </a:gs>
              <a:gs pos="81000">
                <a:srgbClr val="917AE5"/>
              </a:gs>
            </a:gsLst>
            <a:lin ang="9600000" scaled="0"/>
          </a:gradFill>
          <a:ln w="25400">
            <a:noFill/>
          </a:ln>
          <a:effectLst>
            <a:outerShdw sx="1000" sy="1000" algn="ctr" rotWithShape="0">
              <a:prstClr val="black"/>
            </a:outerShdw>
          </a:effectLst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algn="ctr" defTabSz="2222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ru-RU" sz="1000" dirty="0">
              <a:solidFill>
                <a:srgbClr val="FFFFFF"/>
              </a:solidFill>
              <a:latin typeface="Oswald Light" pitchFamily="2" charset="-52"/>
              <a:ea typeface="VTB Group Cond Book" panose="020B0506050504020204" pitchFamily="34" charset="-52"/>
            </a:endParaRPr>
          </a:p>
        </p:txBody>
      </p:sp>
      <p:sp>
        <p:nvSpPr>
          <p:cNvPr id="42" name="Полилиния: фигура 92">
            <a:extLst>
              <a:ext uri="{FF2B5EF4-FFF2-40B4-BE49-F238E27FC236}">
                <a16:creationId xmlns:a16="http://schemas.microsoft.com/office/drawing/2014/main" id="{650C17FE-B98C-40D1-A555-9848BB262BAA}"/>
              </a:ext>
            </a:extLst>
          </p:cNvPr>
          <p:cNvSpPr/>
          <p:nvPr/>
        </p:nvSpPr>
        <p:spPr>
          <a:xfrm rot="5400000">
            <a:off x="7630855" y="3064358"/>
            <a:ext cx="688917" cy="688913"/>
          </a:xfrm>
          <a:custGeom>
            <a:avLst/>
            <a:gdLst>
              <a:gd name="connsiteX0" fmla="*/ 0 w 565546"/>
              <a:gd name="connsiteY0" fmla="*/ 282773 h 565546"/>
              <a:gd name="connsiteX1" fmla="*/ 282773 w 565546"/>
              <a:gd name="connsiteY1" fmla="*/ 0 h 565546"/>
              <a:gd name="connsiteX2" fmla="*/ 565546 w 565546"/>
              <a:gd name="connsiteY2" fmla="*/ 282773 h 565546"/>
              <a:gd name="connsiteX3" fmla="*/ 282773 w 565546"/>
              <a:gd name="connsiteY3" fmla="*/ 565546 h 565546"/>
              <a:gd name="connsiteX4" fmla="*/ 0 w 565546"/>
              <a:gd name="connsiteY4" fmla="*/ 282773 h 5655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5546" h="565546">
                <a:moveTo>
                  <a:pt x="0" y="282773"/>
                </a:moveTo>
                <a:cubicBezTo>
                  <a:pt x="0" y="126602"/>
                  <a:pt x="126602" y="0"/>
                  <a:pt x="282773" y="0"/>
                </a:cubicBezTo>
                <a:cubicBezTo>
                  <a:pt x="438944" y="0"/>
                  <a:pt x="565546" y="126602"/>
                  <a:pt x="565546" y="282773"/>
                </a:cubicBezTo>
                <a:cubicBezTo>
                  <a:pt x="565546" y="438944"/>
                  <a:pt x="438944" y="565546"/>
                  <a:pt x="282773" y="565546"/>
                </a:cubicBezTo>
                <a:cubicBezTo>
                  <a:pt x="126602" y="565546"/>
                  <a:pt x="0" y="438944"/>
                  <a:pt x="0" y="282773"/>
                </a:cubicBezTo>
                <a:close/>
              </a:path>
            </a:pathLst>
          </a:custGeom>
          <a:solidFill>
            <a:schemeClr val="accent1"/>
          </a:solidFill>
          <a:ln w="25400">
            <a:noFill/>
          </a:ln>
          <a:effectLst>
            <a:outerShdw sx="1000" sy="1000" algn="ctr" rotWithShape="0">
              <a:prstClr val="black"/>
            </a:outerShdw>
          </a:effectLst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algn="ctr" defTabSz="2222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ru-RU" sz="1000" dirty="0">
              <a:solidFill>
                <a:srgbClr val="FFFFFF"/>
              </a:solidFill>
              <a:latin typeface="Oswald Light" pitchFamily="2" charset="-52"/>
              <a:ea typeface="VTB Group Cond Book" panose="020B0506050504020204" pitchFamily="34" charset="-52"/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F6EE436A-F62A-44AC-B7A1-686B7D60B0D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8540" y="1703269"/>
            <a:ext cx="788990" cy="788990"/>
          </a:xfrm>
          <a:prstGeom prst="ellipse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A0CD1168-F85E-4D81-AB7B-E7BADA6B8C3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0856" y="3064355"/>
            <a:ext cx="688914" cy="688914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11338484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Физическая структура</a:t>
            </a:r>
            <a:endParaRPr lang="ru-RU" sz="4000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356642" y="6162559"/>
            <a:ext cx="58089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10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4CDA70E-8FF0-40C3-9E8A-7D400E3BD9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48413" y="1045296"/>
            <a:ext cx="11095173" cy="5114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4015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Тестирование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594BDF-2181-461A-826F-D43BD24C0F08}"/>
              </a:ext>
            </a:extLst>
          </p:cNvPr>
          <p:cNvSpPr txBox="1"/>
          <p:nvPr/>
        </p:nvSpPr>
        <p:spPr>
          <a:xfrm>
            <a:off x="11356642" y="6162559"/>
            <a:ext cx="58089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11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DF1272D-920A-445E-8C71-AA879B5D26B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702779" y="1858155"/>
            <a:ext cx="3985844" cy="34186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Подзаголовок 13">
            <a:extLst>
              <a:ext uri="{FF2B5EF4-FFF2-40B4-BE49-F238E27FC236}">
                <a16:creationId xmlns:a16="http://schemas.microsoft.com/office/drawing/2014/main" id="{8624242F-997E-4513-A6BE-30290A5EC6AD}"/>
              </a:ext>
            </a:extLst>
          </p:cNvPr>
          <p:cNvSpPr txBox="1">
            <a:spLocks/>
          </p:cNvSpPr>
          <p:nvPr/>
        </p:nvSpPr>
        <p:spPr>
          <a:xfrm>
            <a:off x="1702779" y="5276801"/>
            <a:ext cx="3985846" cy="34163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800" dirty="0">
                <a:solidFill>
                  <a:schemeClr val="bg1"/>
                </a:solidFill>
              </a:rPr>
              <a:t>Авторизация с корректными данными</a:t>
            </a:r>
            <a:endParaRPr lang="en-US" sz="1800" dirty="0">
              <a:solidFill>
                <a:schemeClr val="bg1"/>
              </a:solidFill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08E9405E-49F0-405C-B124-70D841D6F148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6503378" y="1263740"/>
            <a:ext cx="3985843" cy="401306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Подзаголовок 13">
            <a:extLst>
              <a:ext uri="{FF2B5EF4-FFF2-40B4-BE49-F238E27FC236}">
                <a16:creationId xmlns:a16="http://schemas.microsoft.com/office/drawing/2014/main" id="{48762E1E-F210-468E-B608-41FB34965DBA}"/>
              </a:ext>
            </a:extLst>
          </p:cNvPr>
          <p:cNvSpPr txBox="1">
            <a:spLocks/>
          </p:cNvSpPr>
          <p:nvPr/>
        </p:nvSpPr>
        <p:spPr>
          <a:xfrm>
            <a:off x="6503376" y="5281357"/>
            <a:ext cx="4208580" cy="34163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800" dirty="0">
                <a:solidFill>
                  <a:schemeClr val="bg1"/>
                </a:solidFill>
              </a:rPr>
              <a:t>Авторизация с некорректными данными</a:t>
            </a: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89726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Руководство пользователя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31F5E0-430F-4FB9-8CBE-04D19092E22A}"/>
              </a:ext>
            </a:extLst>
          </p:cNvPr>
          <p:cNvSpPr txBox="1"/>
          <p:nvPr/>
        </p:nvSpPr>
        <p:spPr>
          <a:xfrm>
            <a:off x="11356642" y="6162559"/>
            <a:ext cx="58089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1</a:t>
            </a:r>
            <a:r>
              <a:rPr lang="en-US" dirty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040FDE2-695D-41BE-A45D-E665AB1A7AF1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7077" y="1307378"/>
            <a:ext cx="9360564" cy="47558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8313EDD-F369-4147-AEEE-839FF7CBB6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359" y="1307378"/>
            <a:ext cx="1804104" cy="4755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2306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Руководство пользователя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31F5E0-430F-4FB9-8CBE-04D19092E22A}"/>
              </a:ext>
            </a:extLst>
          </p:cNvPr>
          <p:cNvSpPr txBox="1"/>
          <p:nvPr/>
        </p:nvSpPr>
        <p:spPr>
          <a:xfrm>
            <a:off x="11356642" y="6162559"/>
            <a:ext cx="58089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13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8D93338C-2C40-4D7D-9AEC-8505FA5E3B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965" y="1182164"/>
            <a:ext cx="3848487" cy="4980396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334B9F48-1A7A-43B8-9607-A7944D914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997" y="1173426"/>
            <a:ext cx="3488951" cy="4989133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3BD486D7-226B-4780-B879-1E220E0E735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6754"/>
          <a:stretch/>
        </p:blipFill>
        <p:spPr>
          <a:xfrm>
            <a:off x="8042700" y="1173425"/>
            <a:ext cx="3488951" cy="3127362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E6806508-74CD-4578-AEFD-0C11494FF27A}"/>
              </a:ext>
            </a:extLst>
          </p:cNvPr>
          <p:cNvPicPr/>
          <p:nvPr/>
        </p:nvPicPr>
        <p:blipFill rotWithShape="1">
          <a:blip r:embed="rId5"/>
          <a:srcRect l="1272" t="2629" r="458" b="1910"/>
          <a:stretch/>
        </p:blipFill>
        <p:spPr>
          <a:xfrm>
            <a:off x="8058196" y="4385309"/>
            <a:ext cx="3457958" cy="17772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137328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Руководство пользователя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14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F0D88D5-38E5-4368-AF82-812B76F00B07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67504" y="1118675"/>
            <a:ext cx="10456992" cy="530979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75549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Руководство пользователя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14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59DA35A-F79A-475E-BDFF-F67AC52663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0379" y="1057086"/>
            <a:ext cx="4004852" cy="4279842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9019BE4-CB70-439D-B939-70CAA73055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6771" y="1057086"/>
            <a:ext cx="4008363" cy="4279844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C5E721A-6B40-4B9D-A69E-0BD394836A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26866" y="5380890"/>
            <a:ext cx="8138268" cy="1311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3242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Руководство пользователя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14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F0D88D5-38E5-4368-AF82-812B76F00B07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67504" y="1119756"/>
            <a:ext cx="10456992" cy="530763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830998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Руководство пользователя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14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F0D88D5-38E5-4368-AF82-812B76F00B07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67504" y="1308461"/>
            <a:ext cx="10456992" cy="49302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649901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Руководство пользователя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14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87A081C-BD4B-4E93-8945-918B6E3E96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092" y="1423910"/>
            <a:ext cx="10421816" cy="2111042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1C2CF6D-2DCC-4EA2-856F-985795FC70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092" y="3750847"/>
            <a:ext cx="10421816" cy="1528142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3E29201-8996-4EF2-913F-E3DF49CB7D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092" y="5494884"/>
            <a:ext cx="10421816" cy="375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55140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Руководство пользователя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14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F0D88D5-38E5-4368-AF82-812B76F00B07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3866" y="1308461"/>
            <a:ext cx="9704265" cy="49302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644801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Руководство пользователя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14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5222FFD-034E-4C77-8655-DDF41A1864F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271954" y="1222291"/>
            <a:ext cx="9648092" cy="5207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5352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Руководство пользователя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14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33644CAE-8983-4302-B92E-4D43D4B9DB77}"/>
              </a:ext>
            </a:extLst>
          </p:cNvPr>
          <p:cNvPicPr/>
          <p:nvPr/>
        </p:nvPicPr>
        <p:blipFill rotWithShape="1">
          <a:blip r:embed="rId2"/>
          <a:srcRect t="2283" b="61667"/>
          <a:stretch/>
        </p:blipFill>
        <p:spPr>
          <a:xfrm>
            <a:off x="1377462" y="1063962"/>
            <a:ext cx="9437076" cy="113402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21DB1DF5-5E19-4E28-8A96-0D27C5369F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7462" y="2236388"/>
            <a:ext cx="9437076" cy="4541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21148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Руководство пользователя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14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9CFDD83-DB38-442C-B42B-E85BC5F5D2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826" y="1019666"/>
            <a:ext cx="4331798" cy="2795136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3A00C84C-F665-4557-BA42-6EE8B253F2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2376" y="1019665"/>
            <a:ext cx="4331798" cy="2795137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E3D200FB-3F8D-4A0D-A573-72DAE28520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4339" y="3849972"/>
            <a:ext cx="4743322" cy="2796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0151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Руководство пользователя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14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C2B28B3-2560-4EF1-9C1F-57F9D1040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885" y="1085755"/>
            <a:ext cx="10404230" cy="5277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6495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Руководство пользователя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14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C2B28B3-2560-4EF1-9C1F-57F9D10406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9299" y="1085755"/>
            <a:ext cx="10393402" cy="5277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6804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Руководство пользователя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14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537CE29-109B-4D6B-9A32-E02ADB99F9CE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2696308" y="1059735"/>
            <a:ext cx="6799384" cy="339298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3A17AAC-9C49-45A4-A09B-70C40D960AC8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696308" y="4391177"/>
            <a:ext cx="6799384" cy="228020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820350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27839"/>
            <a:ext cx="12192000" cy="780176"/>
          </a:xfrm>
        </p:spPr>
        <p:txBody>
          <a:bodyPr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Вывод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30000" y="6162559"/>
            <a:ext cx="43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8421566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F50754-3CD5-4399-AA5C-9C4396674D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776756"/>
            <a:ext cx="12192000" cy="1002483"/>
          </a:xfrm>
        </p:spPr>
        <p:txBody>
          <a:bodyPr anchor="ctr">
            <a:noAutofit/>
          </a:bodyPr>
          <a:lstStyle/>
          <a:p>
            <a:pPr marR="0" lvl="0">
              <a:spcAft>
                <a:spcPts val="0"/>
              </a:spcAft>
              <a:buClr>
                <a:schemeClr val="lt1"/>
              </a:buClr>
              <a:buSzPts val="4400"/>
            </a:pPr>
            <a:r>
              <a:rPr lang="ru-RU" sz="5400" dirty="0">
                <a:solidFill>
                  <a:schemeClr val="bg1"/>
                </a:solidFill>
                <a:sym typeface="Times New Roman"/>
              </a:rPr>
              <a:t>Спасибо за внимание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1BE47-A98B-49BB-9B18-94BBE42E2BA6}"/>
              </a:ext>
            </a:extLst>
          </p:cNvPr>
          <p:cNvSpPr txBox="1"/>
          <p:nvPr/>
        </p:nvSpPr>
        <p:spPr>
          <a:xfrm>
            <a:off x="11496245" y="6162559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023203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A5AC67C-12E6-4024-8BD4-796881FA3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667000"/>
            <a:ext cx="12192000" cy="12192000"/>
          </a:xfrm>
          <a:prstGeom prst="rect">
            <a:avLst/>
          </a:prstGeom>
        </p:spPr>
      </p:pic>
      <p:sp>
        <p:nvSpPr>
          <p:cNvPr id="11" name="Подзаголовок 2">
            <a:extLst>
              <a:ext uri="{FF2B5EF4-FFF2-40B4-BE49-F238E27FC236}">
                <a16:creationId xmlns:a16="http://schemas.microsoft.com/office/drawing/2014/main" id="{1F1DA3F3-939F-42FC-8926-116D26BB1E45}"/>
              </a:ext>
            </a:extLst>
          </p:cNvPr>
          <p:cNvSpPr txBox="1">
            <a:spLocks/>
          </p:cNvSpPr>
          <p:nvPr/>
        </p:nvSpPr>
        <p:spPr>
          <a:xfrm>
            <a:off x="1996581" y="637870"/>
            <a:ext cx="8198838" cy="6875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chemeClr val="lt1"/>
              </a:buClr>
              <a:buSzPts val="4400"/>
            </a:pPr>
            <a:r>
              <a:rPr lang="ru-RU" sz="4000" dirty="0">
                <a:solidFill>
                  <a:schemeClr val="bg1"/>
                </a:solidFill>
                <a:sym typeface="Times New Roman"/>
              </a:rPr>
              <a:t>Заключение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526C3B-D90F-480F-83E5-B039D0C3C926}"/>
              </a:ext>
            </a:extLst>
          </p:cNvPr>
          <p:cNvSpPr txBox="1"/>
          <p:nvPr/>
        </p:nvSpPr>
        <p:spPr>
          <a:xfrm>
            <a:off x="11383862" y="6162559"/>
            <a:ext cx="520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32635015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2137</TotalTime>
  <Words>244</Words>
  <Application>Microsoft Office PowerPoint</Application>
  <PresentationFormat>Широкоэкранный</PresentationFormat>
  <Paragraphs>84</Paragraphs>
  <Slides>28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28</vt:i4>
      </vt:variant>
    </vt:vector>
  </HeadingPairs>
  <TitlesOfParts>
    <vt:vector size="33" baseType="lpstr">
      <vt:lpstr>Arial</vt:lpstr>
      <vt:lpstr>Calibri</vt:lpstr>
      <vt:lpstr>Calibri Light</vt:lpstr>
      <vt:lpstr>Oswald Light</vt:lpstr>
      <vt:lpstr>Тема Office</vt:lpstr>
      <vt:lpstr>РАЗРАБОТКА ВЕБ-ПРИЛОЖЕНИЯ ДЛЯ УПРАВЛЕНИЯ АВИАПАРКОМ И ЗАЯВКАМИ НА ВЫЛЕТ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Asset Store</dc:title>
  <dc:creator>Дима Сальников</dc:creator>
  <cp:lastModifiedBy>Дима Сальников</cp:lastModifiedBy>
  <cp:revision>117</cp:revision>
  <dcterms:created xsi:type="dcterms:W3CDTF">2025-11-23T15:58:28Z</dcterms:created>
  <dcterms:modified xsi:type="dcterms:W3CDTF">2026-06-13T06:04:08Z</dcterms:modified>
</cp:coreProperties>
</file>